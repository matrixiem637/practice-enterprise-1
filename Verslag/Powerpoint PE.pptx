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40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76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on Dergent" userId="9cfdfa7a-c8f0-4020-9307-91f8354f3f6b" providerId="ADAL" clId="{2A64CEAC-3320-4639-96BD-CFB820E957F9}"/>
    <pc:docChg chg="undo custSel mod addSld modSld addMainMaster delMainMaster">
      <pc:chgData name="Toon Dergent" userId="9cfdfa7a-c8f0-4020-9307-91f8354f3f6b" providerId="ADAL" clId="{2A64CEAC-3320-4639-96BD-CFB820E957F9}" dt="2026-05-24T10:03:16.802" v="115" actId="15"/>
      <pc:docMkLst>
        <pc:docMk/>
      </pc:docMkLst>
      <pc:sldChg chg="addSp delSp modSp new mod setBg modClrScheme modAnim chgLayout">
        <pc:chgData name="Toon Dergent" userId="9cfdfa7a-c8f0-4020-9307-91f8354f3f6b" providerId="ADAL" clId="{2A64CEAC-3320-4639-96BD-CFB820E957F9}" dt="2026-05-23T09:34:56.930" v="75"/>
        <pc:sldMkLst>
          <pc:docMk/>
          <pc:sldMk cId="3939529770" sldId="256"/>
        </pc:sldMkLst>
        <pc:spChg chg="mod">
          <ac:chgData name="Toon Dergent" userId="9cfdfa7a-c8f0-4020-9307-91f8354f3f6b" providerId="ADAL" clId="{2A64CEAC-3320-4639-96BD-CFB820E957F9}" dt="2026-05-23T09:34:43.647" v="72" actId="26606"/>
          <ac:spMkLst>
            <pc:docMk/>
            <pc:sldMk cId="3939529770" sldId="256"/>
            <ac:spMk id="2" creationId="{97B206B6-2BAC-6A10-83F3-9CCFF1958C8A}"/>
          </ac:spMkLst>
        </pc:spChg>
        <pc:spChg chg="mod">
          <ac:chgData name="Toon Dergent" userId="9cfdfa7a-c8f0-4020-9307-91f8354f3f6b" providerId="ADAL" clId="{2A64CEAC-3320-4639-96BD-CFB820E957F9}" dt="2026-05-23T09:34:43.658" v="73" actId="26606"/>
          <ac:spMkLst>
            <pc:docMk/>
            <pc:sldMk cId="3939529770" sldId="256"/>
            <ac:spMk id="3" creationId="{D4194A17-D7EE-622D-E2B6-90A87A8A9E2B}"/>
          </ac:spMkLst>
        </pc:spChg>
        <pc:spChg chg="del">
          <ac:chgData name="Toon Dergent" userId="9cfdfa7a-c8f0-4020-9307-91f8354f3f6b" providerId="ADAL" clId="{2A64CEAC-3320-4639-96BD-CFB820E957F9}" dt="2026-05-23T09:31:25.372" v="46" actId="26606"/>
          <ac:spMkLst>
            <pc:docMk/>
            <pc:sldMk cId="3939529770" sldId="256"/>
            <ac:spMk id="23" creationId="{CFD1D2CD-954D-4C4D-B505-05EAD159B230}"/>
          </ac:spMkLst>
        </pc:spChg>
        <pc:spChg chg="add del">
          <ac:chgData name="Toon Dergent" userId="9cfdfa7a-c8f0-4020-9307-91f8354f3f6b" providerId="ADAL" clId="{2A64CEAC-3320-4639-96BD-CFB820E957F9}" dt="2026-05-23T09:31:37.336" v="53" actId="26606"/>
          <ac:spMkLst>
            <pc:docMk/>
            <pc:sldMk cId="3939529770" sldId="256"/>
            <ac:spMk id="30" creationId="{70105F5E-5B61-4F51-927C-5B28DB7DD9BB}"/>
          </ac:spMkLst>
        </pc:spChg>
        <pc:spChg chg="add del">
          <ac:chgData name="Toon Dergent" userId="9cfdfa7a-c8f0-4020-9307-91f8354f3f6b" providerId="ADAL" clId="{2A64CEAC-3320-4639-96BD-CFB820E957F9}" dt="2026-05-23T09:31:37.336" v="53" actId="26606"/>
          <ac:spMkLst>
            <pc:docMk/>
            <pc:sldMk cId="3939529770" sldId="256"/>
            <ac:spMk id="32" creationId="{5882C1C4-D961-459C-91C5-334ABD6E63EA}"/>
          </ac:spMkLst>
        </pc:spChg>
        <pc:spChg chg="add del">
          <ac:chgData name="Toon Dergent" userId="9cfdfa7a-c8f0-4020-9307-91f8354f3f6b" providerId="ADAL" clId="{2A64CEAC-3320-4639-96BD-CFB820E957F9}" dt="2026-05-23T09:31:37.336" v="53" actId="26606"/>
          <ac:spMkLst>
            <pc:docMk/>
            <pc:sldMk cId="3939529770" sldId="256"/>
            <ac:spMk id="34" creationId="{A7B8B125-A98E-403C-9A7F-494FF789C26E}"/>
          </ac:spMkLst>
        </pc:spChg>
        <pc:spChg chg="add del">
          <ac:chgData name="Toon Dergent" userId="9cfdfa7a-c8f0-4020-9307-91f8354f3f6b" providerId="ADAL" clId="{2A64CEAC-3320-4639-96BD-CFB820E957F9}" dt="2026-05-23T09:31:36.282" v="50" actId="26606"/>
          <ac:spMkLst>
            <pc:docMk/>
            <pc:sldMk cId="3939529770" sldId="256"/>
            <ac:spMk id="41" creationId="{4D90D76C-184F-4A96-8FE8-1114F8EE1F56}"/>
          </ac:spMkLst>
        </pc:spChg>
        <pc:spChg chg="add del">
          <ac:chgData name="Toon Dergent" userId="9cfdfa7a-c8f0-4020-9307-91f8354f3f6b" providerId="ADAL" clId="{2A64CEAC-3320-4639-96BD-CFB820E957F9}" dt="2026-05-23T09:31:36.282" v="50" actId="26606"/>
          <ac:spMkLst>
            <pc:docMk/>
            <pc:sldMk cId="3939529770" sldId="256"/>
            <ac:spMk id="43" creationId="{2F9DE355-E8A7-498B-A6A0-54D03B953F89}"/>
          </ac:spMkLst>
        </pc:spChg>
        <pc:spChg chg="add del">
          <ac:chgData name="Toon Dergent" userId="9cfdfa7a-c8f0-4020-9307-91f8354f3f6b" providerId="ADAL" clId="{2A64CEAC-3320-4639-96BD-CFB820E957F9}" dt="2026-05-23T09:31:37.312" v="52" actId="26606"/>
          <ac:spMkLst>
            <pc:docMk/>
            <pc:sldMk cId="3939529770" sldId="256"/>
            <ac:spMk id="45" creationId="{EE5D2B4A-3399-4CCF-A171-7F8B1BF54596}"/>
          </ac:spMkLst>
        </pc:spChg>
        <pc:spChg chg="add del">
          <ac:chgData name="Toon Dergent" userId="9cfdfa7a-c8f0-4020-9307-91f8354f3f6b" providerId="ADAL" clId="{2A64CEAC-3320-4639-96BD-CFB820E957F9}" dt="2026-05-23T09:31:37.312" v="52" actId="26606"/>
          <ac:spMkLst>
            <pc:docMk/>
            <pc:sldMk cId="3939529770" sldId="256"/>
            <ac:spMk id="51" creationId="{BB57D892-A065-4003-93F3-65AB1A248371}"/>
          </ac:spMkLst>
        </pc:spChg>
        <pc:spChg chg="add del">
          <ac:chgData name="Toon Dergent" userId="9cfdfa7a-c8f0-4020-9307-91f8354f3f6b" providerId="ADAL" clId="{2A64CEAC-3320-4639-96BD-CFB820E957F9}" dt="2026-05-23T09:31:37.312" v="52" actId="26606"/>
          <ac:spMkLst>
            <pc:docMk/>
            <pc:sldMk cId="3939529770" sldId="256"/>
            <ac:spMk id="53" creationId="{985AAE23-FCB6-4663-907C-0110B0FDC58E}"/>
          </ac:spMkLst>
        </pc:spChg>
        <pc:spChg chg="add del">
          <ac:chgData name="Toon Dergent" userId="9cfdfa7a-c8f0-4020-9307-91f8354f3f6b" providerId="ADAL" clId="{2A64CEAC-3320-4639-96BD-CFB820E957F9}" dt="2026-05-23T09:31:37.312" v="52" actId="26606"/>
          <ac:spMkLst>
            <pc:docMk/>
            <pc:sldMk cId="3939529770" sldId="256"/>
            <ac:spMk id="55" creationId="{BEA1DA1C-6CE0-4AE4-918F-CC0E685C5F0F}"/>
          </ac:spMkLst>
        </pc:spChg>
        <pc:spChg chg="add del">
          <ac:chgData name="Toon Dergent" userId="9cfdfa7a-c8f0-4020-9307-91f8354f3f6b" providerId="ADAL" clId="{2A64CEAC-3320-4639-96BD-CFB820E957F9}" dt="2026-05-23T09:31:37.312" v="52" actId="26606"/>
          <ac:spMkLst>
            <pc:docMk/>
            <pc:sldMk cId="3939529770" sldId="256"/>
            <ac:spMk id="59" creationId="{9BCBF7BE-192C-47B7-816B-8213C256E8AB}"/>
          </ac:spMkLst>
        </pc:spChg>
        <pc:spChg chg="add del">
          <ac:chgData name="Toon Dergent" userId="9cfdfa7a-c8f0-4020-9307-91f8354f3f6b" providerId="ADAL" clId="{2A64CEAC-3320-4639-96BD-CFB820E957F9}" dt="2026-05-23T09:32:40.616" v="57" actId="26606"/>
          <ac:spMkLst>
            <pc:docMk/>
            <pc:sldMk cId="3939529770" sldId="256"/>
            <ac:spMk id="61" creationId="{4D90D76C-184F-4A96-8FE8-1114F8EE1F56}"/>
          </ac:spMkLst>
        </pc:spChg>
        <pc:spChg chg="add del">
          <ac:chgData name="Toon Dergent" userId="9cfdfa7a-c8f0-4020-9307-91f8354f3f6b" providerId="ADAL" clId="{2A64CEAC-3320-4639-96BD-CFB820E957F9}" dt="2026-05-23T09:32:40.616" v="57" actId="26606"/>
          <ac:spMkLst>
            <pc:docMk/>
            <pc:sldMk cId="3939529770" sldId="256"/>
            <ac:spMk id="62" creationId="{2F9DE355-E8A7-498B-A6A0-54D03B953F89}"/>
          </ac:spMkLst>
        </pc:spChg>
        <pc:spChg chg="add del">
          <ac:chgData name="Toon Dergent" userId="9cfdfa7a-c8f0-4020-9307-91f8354f3f6b" providerId="ADAL" clId="{2A64CEAC-3320-4639-96BD-CFB820E957F9}" dt="2026-05-23T09:34:43.658" v="73" actId="26606"/>
          <ac:spMkLst>
            <pc:docMk/>
            <pc:sldMk cId="3939529770" sldId="256"/>
            <ac:spMk id="67" creationId="{8B646C36-EEEC-4D52-8E8E-206F4CD8A3DA}"/>
          </ac:spMkLst>
        </pc:spChg>
        <pc:spChg chg="add del">
          <ac:chgData name="Toon Dergent" userId="9cfdfa7a-c8f0-4020-9307-91f8354f3f6b" providerId="ADAL" clId="{2A64CEAC-3320-4639-96BD-CFB820E957F9}" dt="2026-05-23T09:34:43.658" v="73" actId="26606"/>
          <ac:spMkLst>
            <pc:docMk/>
            <pc:sldMk cId="3939529770" sldId="256"/>
            <ac:spMk id="73" creationId="{D6CA2F4C-8E9E-4BCD-B6E8-A68A311CA651}"/>
          </ac:spMkLst>
        </pc:spChg>
        <pc:spChg chg="add del">
          <ac:chgData name="Toon Dergent" userId="9cfdfa7a-c8f0-4020-9307-91f8354f3f6b" providerId="ADAL" clId="{2A64CEAC-3320-4639-96BD-CFB820E957F9}" dt="2026-05-23T09:34:43.658" v="73" actId="26606"/>
          <ac:spMkLst>
            <pc:docMk/>
            <pc:sldMk cId="3939529770" sldId="256"/>
            <ac:spMk id="75" creationId="{4FB204DF-284E-45F6-A017-79A4DF57BCCB}"/>
          </ac:spMkLst>
        </pc:spChg>
        <pc:spChg chg="add del">
          <ac:chgData name="Toon Dergent" userId="9cfdfa7a-c8f0-4020-9307-91f8354f3f6b" providerId="ADAL" clId="{2A64CEAC-3320-4639-96BD-CFB820E957F9}" dt="2026-05-23T09:34:43.658" v="73" actId="26606"/>
          <ac:spMkLst>
            <pc:docMk/>
            <pc:sldMk cId="3939529770" sldId="256"/>
            <ac:spMk id="77" creationId="{96FD6442-EB7D-4992-8D41-0B7FFDCB43E1}"/>
          </ac:spMkLst>
        </pc:spChg>
        <pc:spChg chg="add del">
          <ac:chgData name="Toon Dergent" userId="9cfdfa7a-c8f0-4020-9307-91f8354f3f6b" providerId="ADAL" clId="{2A64CEAC-3320-4639-96BD-CFB820E957F9}" dt="2026-05-23T09:34:43.658" v="73" actId="26606"/>
          <ac:spMkLst>
            <pc:docMk/>
            <pc:sldMk cId="3939529770" sldId="256"/>
            <ac:spMk id="86" creationId="{4D1A5E71-B6B6-486A-8CDC-C7ABD9B903F6}"/>
          </ac:spMkLst>
        </pc:spChg>
        <pc:spChg chg="add del">
          <ac:chgData name="Toon Dergent" userId="9cfdfa7a-c8f0-4020-9307-91f8354f3f6b" providerId="ADAL" clId="{2A64CEAC-3320-4639-96BD-CFB820E957F9}" dt="2026-05-23T09:34:43.647" v="72" actId="26606"/>
          <ac:spMkLst>
            <pc:docMk/>
            <pc:sldMk cId="3939529770" sldId="256"/>
            <ac:spMk id="88" creationId="{6004781B-698F-46D5-AADD-8AE9211719D8}"/>
          </ac:spMkLst>
        </pc:spChg>
        <pc:spChg chg="add del">
          <ac:chgData name="Toon Dergent" userId="9cfdfa7a-c8f0-4020-9307-91f8354f3f6b" providerId="ADAL" clId="{2A64CEAC-3320-4639-96BD-CFB820E957F9}" dt="2026-05-23T09:34:37.357" v="64" actId="26606"/>
          <ac:spMkLst>
            <pc:docMk/>
            <pc:sldMk cId="3939529770" sldId="256"/>
            <ac:spMk id="95" creationId="{D9DFE8A5-DCEC-4A43-B613-D62AC8C5734F}"/>
          </ac:spMkLst>
        </pc:spChg>
        <pc:spChg chg="add del">
          <ac:chgData name="Toon Dergent" userId="9cfdfa7a-c8f0-4020-9307-91f8354f3f6b" providerId="ADAL" clId="{2A64CEAC-3320-4639-96BD-CFB820E957F9}" dt="2026-05-23T09:34:37.357" v="64" actId="26606"/>
          <ac:spMkLst>
            <pc:docMk/>
            <pc:sldMk cId="3939529770" sldId="256"/>
            <ac:spMk id="99" creationId="{26B7664A-BE61-4A65-B937-A31E08B8B9AD}"/>
          </ac:spMkLst>
        </pc:spChg>
        <pc:spChg chg="add del">
          <ac:chgData name="Toon Dergent" userId="9cfdfa7a-c8f0-4020-9307-91f8354f3f6b" providerId="ADAL" clId="{2A64CEAC-3320-4639-96BD-CFB820E957F9}" dt="2026-05-23T09:34:37.357" v="64" actId="26606"/>
          <ac:spMkLst>
            <pc:docMk/>
            <pc:sldMk cId="3939529770" sldId="256"/>
            <ac:spMk id="105" creationId="{279CAF82-0ECF-42BE-8F37-F71941E5D410}"/>
          </ac:spMkLst>
        </pc:spChg>
        <pc:spChg chg="add del">
          <ac:chgData name="Toon Dergent" userId="9cfdfa7a-c8f0-4020-9307-91f8354f3f6b" providerId="ADAL" clId="{2A64CEAC-3320-4639-96BD-CFB820E957F9}" dt="2026-05-23T09:34:37.357" v="64" actId="26606"/>
          <ac:spMkLst>
            <pc:docMk/>
            <pc:sldMk cId="3939529770" sldId="256"/>
            <ac:spMk id="107" creationId="{AB3A9BF2-EC6B-40C7-9583-802D0A6CFA41}"/>
          </ac:spMkLst>
        </pc:spChg>
        <pc:spChg chg="add del">
          <ac:chgData name="Toon Dergent" userId="9cfdfa7a-c8f0-4020-9307-91f8354f3f6b" providerId="ADAL" clId="{2A64CEAC-3320-4639-96BD-CFB820E957F9}" dt="2026-05-23T09:34:37.357" v="64" actId="26606"/>
          <ac:spMkLst>
            <pc:docMk/>
            <pc:sldMk cId="3939529770" sldId="256"/>
            <ac:spMk id="109" creationId="{033BC44A-0661-43B4-9C14-FD5963C226AE}"/>
          </ac:spMkLst>
        </pc:spChg>
        <pc:spChg chg="add del">
          <ac:chgData name="Toon Dergent" userId="9cfdfa7a-c8f0-4020-9307-91f8354f3f6b" providerId="ADAL" clId="{2A64CEAC-3320-4639-96BD-CFB820E957F9}" dt="2026-05-23T09:34:37.357" v="64" actId="26606"/>
          <ac:spMkLst>
            <pc:docMk/>
            <pc:sldMk cId="3939529770" sldId="256"/>
            <ac:spMk id="118" creationId="{EF393BEB-3073-4C8D-92C5-40B70484248E}"/>
          </ac:spMkLst>
        </pc:spChg>
        <pc:spChg chg="del">
          <ac:chgData name="Toon Dergent" userId="9cfdfa7a-c8f0-4020-9307-91f8354f3f6b" providerId="ADAL" clId="{2A64CEAC-3320-4639-96BD-CFB820E957F9}" dt="2026-05-23T09:34:38.611" v="66" actId="26606"/>
          <ac:spMkLst>
            <pc:docMk/>
            <pc:sldMk cId="3939529770" sldId="256"/>
            <ac:spMk id="121" creationId="{9E1E8E98-1EF5-4EA7-9779-FC852B6479D5}"/>
          </ac:spMkLst>
        </pc:spChg>
        <pc:spChg chg="add">
          <ac:chgData name="Toon Dergent" userId="9cfdfa7a-c8f0-4020-9307-91f8354f3f6b" providerId="ADAL" clId="{2A64CEAC-3320-4639-96BD-CFB820E957F9}" dt="2026-05-23T09:34:37.366" v="65" actId="26606"/>
          <ac:spMkLst>
            <pc:docMk/>
            <pc:sldMk cId="3939529770" sldId="256"/>
            <ac:spMk id="122" creationId="{13C7BC70-770F-4258-A4F8-64CCB1E685C2}"/>
          </ac:spMkLst>
        </pc:spChg>
        <pc:spChg chg="add">
          <ac:chgData name="Toon Dergent" userId="9cfdfa7a-c8f0-4020-9307-91f8354f3f6b" providerId="ADAL" clId="{2A64CEAC-3320-4639-96BD-CFB820E957F9}" dt="2026-05-23T09:34:37.366" v="65" actId="26606"/>
          <ac:spMkLst>
            <pc:docMk/>
            <pc:sldMk cId="3939529770" sldId="256"/>
            <ac:spMk id="123" creationId="{443C8D50-F22F-42D4-BC69-1868B361070B}"/>
          </ac:spMkLst>
        </pc:spChg>
        <pc:spChg chg="add del">
          <ac:chgData name="Toon Dergent" userId="9cfdfa7a-c8f0-4020-9307-91f8354f3f6b" providerId="ADAL" clId="{2A64CEAC-3320-4639-96BD-CFB820E957F9}" dt="2026-05-23T09:34:38.611" v="66" actId="26606"/>
          <ac:spMkLst>
            <pc:docMk/>
            <pc:sldMk cId="3939529770" sldId="256"/>
            <ac:spMk id="124" creationId="{0D98C4EB-C309-430B-ADD1-3D151CFF1484}"/>
          </ac:spMkLst>
        </pc:spChg>
        <pc:spChg chg="add">
          <ac:chgData name="Toon Dergent" userId="9cfdfa7a-c8f0-4020-9307-91f8354f3f6b" providerId="ADAL" clId="{2A64CEAC-3320-4639-96BD-CFB820E957F9}" dt="2026-05-23T09:34:37.366" v="65" actId="26606"/>
          <ac:spMkLst>
            <pc:docMk/>
            <pc:sldMk cId="3939529770" sldId="256"/>
            <ac:spMk id="125" creationId="{E4CDECD4-37CA-4368-8A5E-316BEADBABC5}"/>
          </ac:spMkLst>
        </pc:spChg>
        <pc:spChg chg="add del">
          <ac:chgData name="Toon Dergent" userId="9cfdfa7a-c8f0-4020-9307-91f8354f3f6b" providerId="ADAL" clId="{2A64CEAC-3320-4639-96BD-CFB820E957F9}" dt="2026-05-23T09:34:38.611" v="66" actId="26606"/>
          <ac:spMkLst>
            <pc:docMk/>
            <pc:sldMk cId="3939529770" sldId="256"/>
            <ac:spMk id="126" creationId="{BA908DB5-D2AC-40C5-8925-2F4AEB2A3E6B}"/>
          </ac:spMkLst>
        </pc:spChg>
        <pc:spChg chg="del">
          <ac:chgData name="Toon Dergent" userId="9cfdfa7a-c8f0-4020-9307-91f8354f3f6b" providerId="ADAL" clId="{2A64CEAC-3320-4639-96BD-CFB820E957F9}" dt="2026-05-23T09:34:38.611" v="66" actId="26606"/>
          <ac:spMkLst>
            <pc:docMk/>
            <pc:sldMk cId="3939529770" sldId="256"/>
            <ac:spMk id="127" creationId="{9BEFC329-390D-4211-900A-C2BE740A10E4}"/>
          </ac:spMkLst>
        </pc:spChg>
        <pc:spChg chg="del">
          <ac:chgData name="Toon Dergent" userId="9cfdfa7a-c8f0-4020-9307-91f8354f3f6b" providerId="ADAL" clId="{2A64CEAC-3320-4639-96BD-CFB820E957F9}" dt="2026-05-23T09:34:38.611" v="66" actId="26606"/>
          <ac:spMkLst>
            <pc:docMk/>
            <pc:sldMk cId="3939529770" sldId="256"/>
            <ac:spMk id="128" creationId="{6F8E09E8-75E6-414F-95D9-B1B5FC046CF5}"/>
          </ac:spMkLst>
        </pc:spChg>
        <pc:spChg chg="add del">
          <ac:chgData name="Toon Dergent" userId="9cfdfa7a-c8f0-4020-9307-91f8354f3f6b" providerId="ADAL" clId="{2A64CEAC-3320-4639-96BD-CFB820E957F9}" dt="2026-05-23T09:34:38.611" v="66" actId="26606"/>
          <ac:spMkLst>
            <pc:docMk/>
            <pc:sldMk cId="3939529770" sldId="256"/>
            <ac:spMk id="130" creationId="{35737EF8-46F2-4634-8920-7C685947648D}"/>
          </ac:spMkLst>
        </pc:spChg>
        <pc:spChg chg="add">
          <ac:chgData name="Toon Dergent" userId="9cfdfa7a-c8f0-4020-9307-91f8354f3f6b" providerId="ADAL" clId="{2A64CEAC-3320-4639-96BD-CFB820E957F9}" dt="2026-05-23T09:34:37.366" v="65" actId="26606"/>
          <ac:spMkLst>
            <pc:docMk/>
            <pc:sldMk cId="3939529770" sldId="256"/>
            <ac:spMk id="131" creationId="{64EB93BA-EB5D-452E-A473-559C639AC718}"/>
          </ac:spMkLst>
        </pc:spChg>
        <pc:spChg chg="add del">
          <ac:chgData name="Toon Dergent" userId="9cfdfa7a-c8f0-4020-9307-91f8354f3f6b" providerId="ADAL" clId="{2A64CEAC-3320-4639-96BD-CFB820E957F9}" dt="2026-05-23T09:34:40.127" v="68" actId="26606"/>
          <ac:spMkLst>
            <pc:docMk/>
            <pc:sldMk cId="3939529770" sldId="256"/>
            <ac:spMk id="448" creationId="{489B7BFD-8F45-4093-AD9C-91B15B0503D9}"/>
          </ac:spMkLst>
        </pc:spChg>
        <pc:spChg chg="add del">
          <ac:chgData name="Toon Dergent" userId="9cfdfa7a-c8f0-4020-9307-91f8354f3f6b" providerId="ADAL" clId="{2A64CEAC-3320-4639-96BD-CFB820E957F9}" dt="2026-05-23T09:34:41.466" v="70" actId="26606"/>
          <ac:spMkLst>
            <pc:docMk/>
            <pc:sldMk cId="3939529770" sldId="256"/>
            <ac:spMk id="471" creationId="{489B7BFD-8F45-4093-AD9C-91B15B0503D9}"/>
          </ac:spMkLst>
        </pc:spChg>
        <pc:spChg chg="add del">
          <ac:chgData name="Toon Dergent" userId="9cfdfa7a-c8f0-4020-9307-91f8354f3f6b" providerId="ADAL" clId="{2A64CEAC-3320-4639-96BD-CFB820E957F9}" dt="2026-05-23T09:34:41.466" v="70" actId="26606"/>
          <ac:spMkLst>
            <pc:docMk/>
            <pc:sldMk cId="3939529770" sldId="256"/>
            <ac:spMk id="473" creationId="{72ECEE41-AE0E-49F4-9DE8-04A37665A1DE}"/>
          </ac:spMkLst>
        </pc:spChg>
        <pc:spChg chg="add del">
          <ac:chgData name="Toon Dergent" userId="9cfdfa7a-c8f0-4020-9307-91f8354f3f6b" providerId="ADAL" clId="{2A64CEAC-3320-4639-96BD-CFB820E957F9}" dt="2026-05-23T09:34:41.466" v="70" actId="26606"/>
          <ac:spMkLst>
            <pc:docMk/>
            <pc:sldMk cId="3939529770" sldId="256"/>
            <ac:spMk id="474" creationId="{26B7664A-BE61-4A65-B937-A31E08B8B9AD}"/>
          </ac:spMkLst>
        </pc:spChg>
        <pc:spChg chg="add del">
          <ac:chgData name="Toon Dergent" userId="9cfdfa7a-c8f0-4020-9307-91f8354f3f6b" providerId="ADAL" clId="{2A64CEAC-3320-4639-96BD-CFB820E957F9}" dt="2026-05-23T09:34:41.466" v="70" actId="26606"/>
          <ac:spMkLst>
            <pc:docMk/>
            <pc:sldMk cId="3939529770" sldId="256"/>
            <ac:spMk id="477" creationId="{279CAF82-0ECF-42BE-8F37-F71941E5D410}"/>
          </ac:spMkLst>
        </pc:spChg>
        <pc:spChg chg="add del">
          <ac:chgData name="Toon Dergent" userId="9cfdfa7a-c8f0-4020-9307-91f8354f3f6b" providerId="ADAL" clId="{2A64CEAC-3320-4639-96BD-CFB820E957F9}" dt="2026-05-23T09:34:41.466" v="70" actId="26606"/>
          <ac:spMkLst>
            <pc:docMk/>
            <pc:sldMk cId="3939529770" sldId="256"/>
            <ac:spMk id="478" creationId="{AB3A9BF2-EC6B-40C7-9583-802D0A6CFA41}"/>
          </ac:spMkLst>
        </pc:spChg>
        <pc:spChg chg="add del">
          <ac:chgData name="Toon Dergent" userId="9cfdfa7a-c8f0-4020-9307-91f8354f3f6b" providerId="ADAL" clId="{2A64CEAC-3320-4639-96BD-CFB820E957F9}" dt="2026-05-23T09:34:41.466" v="70" actId="26606"/>
          <ac:spMkLst>
            <pc:docMk/>
            <pc:sldMk cId="3939529770" sldId="256"/>
            <ac:spMk id="479" creationId="{033BC44A-0661-43B4-9C14-FD5963C226AE}"/>
          </ac:spMkLst>
        </pc:spChg>
        <pc:spChg chg="add del">
          <ac:chgData name="Toon Dergent" userId="9cfdfa7a-c8f0-4020-9307-91f8354f3f6b" providerId="ADAL" clId="{2A64CEAC-3320-4639-96BD-CFB820E957F9}" dt="2026-05-23T09:34:41.466" v="70" actId="26606"/>
          <ac:spMkLst>
            <pc:docMk/>
            <pc:sldMk cId="3939529770" sldId="256"/>
            <ac:spMk id="486" creationId="{EF393BEB-3073-4C8D-92C5-40B70484248E}"/>
          </ac:spMkLst>
        </pc:spChg>
        <pc:spChg chg="add del">
          <ac:chgData name="Toon Dergent" userId="9cfdfa7a-c8f0-4020-9307-91f8354f3f6b" providerId="ADAL" clId="{2A64CEAC-3320-4639-96BD-CFB820E957F9}" dt="2026-05-23T09:34:43.647" v="72" actId="26606"/>
          <ac:spMkLst>
            <pc:docMk/>
            <pc:sldMk cId="3939529770" sldId="256"/>
            <ac:spMk id="488" creationId="{489B7BFD-8F45-4093-AD9C-91B15B0503D9}"/>
          </ac:spMkLst>
        </pc:spChg>
        <pc:spChg chg="add del">
          <ac:chgData name="Toon Dergent" userId="9cfdfa7a-c8f0-4020-9307-91f8354f3f6b" providerId="ADAL" clId="{2A64CEAC-3320-4639-96BD-CFB820E957F9}" dt="2026-05-23T09:34:43.647" v="72" actId="26606"/>
          <ac:spMkLst>
            <pc:docMk/>
            <pc:sldMk cId="3939529770" sldId="256"/>
            <ac:spMk id="492" creationId="{F778F7C6-A4AB-4CBC-8CC6-19DF9EE963ED}"/>
          </ac:spMkLst>
        </pc:spChg>
        <pc:spChg chg="add">
          <ac:chgData name="Toon Dergent" userId="9cfdfa7a-c8f0-4020-9307-91f8354f3f6b" providerId="ADAL" clId="{2A64CEAC-3320-4639-96BD-CFB820E957F9}" dt="2026-05-23T09:34:43.658" v="73" actId="26606"/>
          <ac:spMkLst>
            <pc:docMk/>
            <pc:sldMk cId="3939529770" sldId="256"/>
            <ac:spMk id="512" creationId="{489B7BFD-8F45-4093-AD9C-91B15B0503D9}"/>
          </ac:spMkLst>
        </pc:spChg>
        <pc:spChg chg="add">
          <ac:chgData name="Toon Dergent" userId="9cfdfa7a-c8f0-4020-9307-91f8354f3f6b" providerId="ADAL" clId="{2A64CEAC-3320-4639-96BD-CFB820E957F9}" dt="2026-05-23T09:34:43.658" v="73" actId="26606"/>
          <ac:spMkLst>
            <pc:docMk/>
            <pc:sldMk cId="3939529770" sldId="256"/>
            <ac:spMk id="513" creationId="{D9DFE8A5-DCEC-4A43-B613-D62AC8C5734F}"/>
          </ac:spMkLst>
        </pc:spChg>
        <pc:spChg chg="add">
          <ac:chgData name="Toon Dergent" userId="9cfdfa7a-c8f0-4020-9307-91f8354f3f6b" providerId="ADAL" clId="{2A64CEAC-3320-4639-96BD-CFB820E957F9}" dt="2026-05-23T09:34:43.658" v="73" actId="26606"/>
          <ac:spMkLst>
            <pc:docMk/>
            <pc:sldMk cId="3939529770" sldId="256"/>
            <ac:spMk id="514" creationId="{72ECEE41-AE0E-49F4-9DE8-04A37665A1DE}"/>
          </ac:spMkLst>
        </pc:spChg>
        <pc:spChg chg="add">
          <ac:chgData name="Toon Dergent" userId="9cfdfa7a-c8f0-4020-9307-91f8354f3f6b" providerId="ADAL" clId="{2A64CEAC-3320-4639-96BD-CFB820E957F9}" dt="2026-05-23T09:34:43.658" v="73" actId="26606"/>
          <ac:spMkLst>
            <pc:docMk/>
            <pc:sldMk cId="3939529770" sldId="256"/>
            <ac:spMk id="519" creationId="{AB3A9BF2-EC6B-40C7-9583-802D0A6CFA41}"/>
          </ac:spMkLst>
        </pc:spChg>
        <pc:picChg chg="add del mod ord">
          <ac:chgData name="Toon Dergent" userId="9cfdfa7a-c8f0-4020-9307-91f8354f3f6b" providerId="ADAL" clId="{2A64CEAC-3320-4639-96BD-CFB820E957F9}" dt="2026-05-23T09:32:29.766" v="56" actId="478"/>
          <ac:picMkLst>
            <pc:docMk/>
            <pc:sldMk cId="3939529770" sldId="256"/>
            <ac:picMk id="4" creationId="{B02839A3-6082-D2D4-624B-11345C2B949B}"/>
          </ac:picMkLst>
        </pc:picChg>
        <pc:picChg chg="add del">
          <ac:chgData name="Toon Dergent" userId="9cfdfa7a-c8f0-4020-9307-91f8354f3f6b" providerId="ADAL" clId="{2A64CEAC-3320-4639-96BD-CFB820E957F9}" dt="2026-05-23T09:33:41.711" v="58" actId="478"/>
          <ac:picMkLst>
            <pc:docMk/>
            <pc:sldMk cId="3939529770" sldId="256"/>
            <ac:picMk id="5" creationId="{C35BDA0E-E4AE-D73E-E551-82267A7E8BFA}"/>
          </ac:picMkLst>
        </pc:picChg>
        <pc:picChg chg="add mod">
          <ac:chgData name="Toon Dergent" userId="9cfdfa7a-c8f0-4020-9307-91f8354f3f6b" providerId="ADAL" clId="{2A64CEAC-3320-4639-96BD-CFB820E957F9}" dt="2026-05-23T09:33:42.066" v="60"/>
          <ac:picMkLst>
            <pc:docMk/>
            <pc:sldMk cId="3939529770" sldId="256"/>
            <ac:picMk id="7" creationId="{8C6DC8B0-E5BE-9F21-AE17-659DF81E19BB}"/>
          </ac:picMkLst>
        </pc:picChg>
        <pc:picChg chg="add mod">
          <ac:chgData name="Toon Dergent" userId="9cfdfa7a-c8f0-4020-9307-91f8354f3f6b" providerId="ADAL" clId="{2A64CEAC-3320-4639-96BD-CFB820E957F9}" dt="2026-05-23T09:34:40.127" v="68" actId="26606"/>
          <ac:picMkLst>
            <pc:docMk/>
            <pc:sldMk cId="3939529770" sldId="256"/>
            <ac:picMk id="9" creationId="{8610F286-0561-7FE7-14C8-F1C6C5F00D9F}"/>
          </ac:picMkLst>
        </pc:picChg>
        <pc:cxnChg chg="del">
          <ac:chgData name="Toon Dergent" userId="9cfdfa7a-c8f0-4020-9307-91f8354f3f6b" providerId="ADAL" clId="{2A64CEAC-3320-4639-96BD-CFB820E957F9}" dt="2026-05-23T09:31:25.372" v="46" actId="26606"/>
          <ac:cxnSpMkLst>
            <pc:docMk/>
            <pc:sldMk cId="3939529770" sldId="256"/>
            <ac:cxnSpMk id="25" creationId="{A2D508B3-A66C-833E-D929-8DC211635676}"/>
          </ac:cxnSpMkLst>
        </pc:cxnChg>
        <pc:cxnChg chg="add del">
          <ac:chgData name="Toon Dergent" userId="9cfdfa7a-c8f0-4020-9307-91f8354f3f6b" providerId="ADAL" clId="{2A64CEAC-3320-4639-96BD-CFB820E957F9}" dt="2026-05-23T09:31:37.336" v="53" actId="26606"/>
          <ac:cxnSpMkLst>
            <pc:docMk/>
            <pc:sldMk cId="3939529770" sldId="256"/>
            <ac:cxnSpMk id="36" creationId="{20B1C5DD-CB08-4407-9D12-CC2C42B047A7}"/>
          </ac:cxnSpMkLst>
        </pc:cxnChg>
      </pc:sldChg>
      <pc:sldChg chg="modSp new mod">
        <pc:chgData name="Toon Dergent" userId="9cfdfa7a-c8f0-4020-9307-91f8354f3f6b" providerId="ADAL" clId="{2A64CEAC-3320-4639-96BD-CFB820E957F9}" dt="2026-05-24T10:03:16.802" v="115" actId="15"/>
        <pc:sldMkLst>
          <pc:docMk/>
          <pc:sldMk cId="1005703551" sldId="257"/>
        </pc:sldMkLst>
        <pc:spChg chg="mod">
          <ac:chgData name="Toon Dergent" userId="9cfdfa7a-c8f0-4020-9307-91f8354f3f6b" providerId="ADAL" clId="{2A64CEAC-3320-4639-96BD-CFB820E957F9}" dt="2026-05-24T09:50:00.622" v="88" actId="20577"/>
          <ac:spMkLst>
            <pc:docMk/>
            <pc:sldMk cId="1005703551" sldId="257"/>
            <ac:spMk id="2" creationId="{50ABD5B9-F903-CB3A-89EC-505223CE443F}"/>
          </ac:spMkLst>
        </pc:spChg>
        <pc:spChg chg="mod">
          <ac:chgData name="Toon Dergent" userId="9cfdfa7a-c8f0-4020-9307-91f8354f3f6b" providerId="ADAL" clId="{2A64CEAC-3320-4639-96BD-CFB820E957F9}" dt="2026-05-24T10:03:16.802" v="115" actId="15"/>
          <ac:spMkLst>
            <pc:docMk/>
            <pc:sldMk cId="1005703551" sldId="257"/>
            <ac:spMk id="3" creationId="{E8A93EA8-52D5-3C00-C9B8-1A32234D242A}"/>
          </ac:spMkLst>
        </pc:spChg>
      </pc:sldChg>
      <pc:sldChg chg="new">
        <pc:chgData name="Toon Dergent" userId="9cfdfa7a-c8f0-4020-9307-91f8354f3f6b" providerId="ADAL" clId="{2A64CEAC-3320-4639-96BD-CFB820E957F9}" dt="2026-05-24T09:30:47.406" v="77" actId="680"/>
        <pc:sldMkLst>
          <pc:docMk/>
          <pc:sldMk cId="3596442295" sldId="258"/>
        </pc:sldMkLst>
      </pc:sldChg>
      <pc:sldChg chg="new">
        <pc:chgData name="Toon Dergent" userId="9cfdfa7a-c8f0-4020-9307-91f8354f3f6b" providerId="ADAL" clId="{2A64CEAC-3320-4639-96BD-CFB820E957F9}" dt="2026-05-24T09:30:47.737" v="78" actId="680"/>
        <pc:sldMkLst>
          <pc:docMk/>
          <pc:sldMk cId="2424756728" sldId="259"/>
        </pc:sldMkLst>
      </pc:sldChg>
      <pc:sldMasterChg chg="del delSldLayout">
        <pc:chgData name="Toon Dergent" userId="9cfdfa7a-c8f0-4020-9307-91f8354f3f6b" providerId="ADAL" clId="{2A64CEAC-3320-4639-96BD-CFB820E957F9}" dt="2026-05-23T09:31:25.372" v="46" actId="26606"/>
        <pc:sldMasterMkLst>
          <pc:docMk/>
          <pc:sldMasterMk cId="4210501822" sldId="2147483722"/>
        </pc:sldMasterMkLst>
        <pc:sldLayoutChg chg="del">
          <pc:chgData name="Toon Dergent" userId="9cfdfa7a-c8f0-4020-9307-91f8354f3f6b" providerId="ADAL" clId="{2A64CEAC-3320-4639-96BD-CFB820E957F9}" dt="2026-05-23T09:31:25.372" v="46" actId="26606"/>
          <pc:sldLayoutMkLst>
            <pc:docMk/>
            <pc:sldMasterMk cId="4210501822" sldId="2147483722"/>
            <pc:sldLayoutMk cId="1337786525" sldId="2147483711"/>
          </pc:sldLayoutMkLst>
        </pc:sldLayoutChg>
        <pc:sldLayoutChg chg="del">
          <pc:chgData name="Toon Dergent" userId="9cfdfa7a-c8f0-4020-9307-91f8354f3f6b" providerId="ADAL" clId="{2A64CEAC-3320-4639-96BD-CFB820E957F9}" dt="2026-05-23T09:31:25.372" v="46" actId="26606"/>
          <pc:sldLayoutMkLst>
            <pc:docMk/>
            <pc:sldMasterMk cId="4210501822" sldId="2147483722"/>
            <pc:sldLayoutMk cId="3301219590" sldId="2147483712"/>
          </pc:sldLayoutMkLst>
        </pc:sldLayoutChg>
        <pc:sldLayoutChg chg="del">
          <pc:chgData name="Toon Dergent" userId="9cfdfa7a-c8f0-4020-9307-91f8354f3f6b" providerId="ADAL" clId="{2A64CEAC-3320-4639-96BD-CFB820E957F9}" dt="2026-05-23T09:31:25.372" v="46" actId="26606"/>
          <pc:sldLayoutMkLst>
            <pc:docMk/>
            <pc:sldMasterMk cId="4210501822" sldId="2147483722"/>
            <pc:sldLayoutMk cId="918606163" sldId="2147483713"/>
          </pc:sldLayoutMkLst>
        </pc:sldLayoutChg>
        <pc:sldLayoutChg chg="del">
          <pc:chgData name="Toon Dergent" userId="9cfdfa7a-c8f0-4020-9307-91f8354f3f6b" providerId="ADAL" clId="{2A64CEAC-3320-4639-96BD-CFB820E957F9}" dt="2026-05-23T09:31:25.372" v="46" actId="26606"/>
          <pc:sldLayoutMkLst>
            <pc:docMk/>
            <pc:sldMasterMk cId="4210501822" sldId="2147483722"/>
            <pc:sldLayoutMk cId="3418092733" sldId="2147483714"/>
          </pc:sldLayoutMkLst>
        </pc:sldLayoutChg>
        <pc:sldLayoutChg chg="del">
          <pc:chgData name="Toon Dergent" userId="9cfdfa7a-c8f0-4020-9307-91f8354f3f6b" providerId="ADAL" clId="{2A64CEAC-3320-4639-96BD-CFB820E957F9}" dt="2026-05-23T09:31:25.372" v="46" actId="26606"/>
          <pc:sldLayoutMkLst>
            <pc:docMk/>
            <pc:sldMasterMk cId="4210501822" sldId="2147483722"/>
            <pc:sldLayoutMk cId="1151828784" sldId="2147483715"/>
          </pc:sldLayoutMkLst>
        </pc:sldLayoutChg>
        <pc:sldLayoutChg chg="del">
          <pc:chgData name="Toon Dergent" userId="9cfdfa7a-c8f0-4020-9307-91f8354f3f6b" providerId="ADAL" clId="{2A64CEAC-3320-4639-96BD-CFB820E957F9}" dt="2026-05-23T09:31:25.372" v="46" actId="26606"/>
          <pc:sldLayoutMkLst>
            <pc:docMk/>
            <pc:sldMasterMk cId="4210501822" sldId="2147483722"/>
            <pc:sldLayoutMk cId="439452992" sldId="2147483716"/>
          </pc:sldLayoutMkLst>
        </pc:sldLayoutChg>
        <pc:sldLayoutChg chg="del">
          <pc:chgData name="Toon Dergent" userId="9cfdfa7a-c8f0-4020-9307-91f8354f3f6b" providerId="ADAL" clId="{2A64CEAC-3320-4639-96BD-CFB820E957F9}" dt="2026-05-23T09:31:25.372" v="46" actId="26606"/>
          <pc:sldLayoutMkLst>
            <pc:docMk/>
            <pc:sldMasterMk cId="4210501822" sldId="2147483722"/>
            <pc:sldLayoutMk cId="838441306" sldId="2147483717"/>
          </pc:sldLayoutMkLst>
        </pc:sldLayoutChg>
        <pc:sldLayoutChg chg="del">
          <pc:chgData name="Toon Dergent" userId="9cfdfa7a-c8f0-4020-9307-91f8354f3f6b" providerId="ADAL" clId="{2A64CEAC-3320-4639-96BD-CFB820E957F9}" dt="2026-05-23T09:31:25.372" v="46" actId="26606"/>
          <pc:sldLayoutMkLst>
            <pc:docMk/>
            <pc:sldMasterMk cId="4210501822" sldId="2147483722"/>
            <pc:sldLayoutMk cId="2670679957" sldId="2147483718"/>
          </pc:sldLayoutMkLst>
        </pc:sldLayoutChg>
        <pc:sldLayoutChg chg="del">
          <pc:chgData name="Toon Dergent" userId="9cfdfa7a-c8f0-4020-9307-91f8354f3f6b" providerId="ADAL" clId="{2A64CEAC-3320-4639-96BD-CFB820E957F9}" dt="2026-05-23T09:31:25.372" v="46" actId="26606"/>
          <pc:sldLayoutMkLst>
            <pc:docMk/>
            <pc:sldMasterMk cId="4210501822" sldId="2147483722"/>
            <pc:sldLayoutMk cId="3923043929" sldId="2147483719"/>
          </pc:sldLayoutMkLst>
        </pc:sldLayoutChg>
        <pc:sldLayoutChg chg="del">
          <pc:chgData name="Toon Dergent" userId="9cfdfa7a-c8f0-4020-9307-91f8354f3f6b" providerId="ADAL" clId="{2A64CEAC-3320-4639-96BD-CFB820E957F9}" dt="2026-05-23T09:31:25.372" v="46" actId="26606"/>
          <pc:sldLayoutMkLst>
            <pc:docMk/>
            <pc:sldMasterMk cId="4210501822" sldId="2147483722"/>
            <pc:sldLayoutMk cId="3341516877" sldId="2147483720"/>
          </pc:sldLayoutMkLst>
        </pc:sldLayoutChg>
        <pc:sldLayoutChg chg="del">
          <pc:chgData name="Toon Dergent" userId="9cfdfa7a-c8f0-4020-9307-91f8354f3f6b" providerId="ADAL" clId="{2A64CEAC-3320-4639-96BD-CFB820E957F9}" dt="2026-05-23T09:31:25.372" v="46" actId="26606"/>
          <pc:sldLayoutMkLst>
            <pc:docMk/>
            <pc:sldMasterMk cId="4210501822" sldId="2147483722"/>
            <pc:sldLayoutMk cId="2206956992" sldId="2147483721"/>
          </pc:sldLayoutMkLst>
        </pc:sldLayoutChg>
      </pc:sldMasterChg>
      <pc:sldMasterChg chg="add del addSldLayout delSldLayout">
        <pc:chgData name="Toon Dergent" userId="9cfdfa7a-c8f0-4020-9307-91f8354f3f6b" providerId="ADAL" clId="{2A64CEAC-3320-4639-96BD-CFB820E957F9}" dt="2026-05-23T09:31:37.336" v="53" actId="26606"/>
        <pc:sldMasterMkLst>
          <pc:docMk/>
          <pc:sldMasterMk cId="4255070628" sldId="2147483775"/>
        </pc:sldMasterMkLst>
        <pc:sldLayoutChg chg="add del">
          <pc:chgData name="Toon Dergent" userId="9cfdfa7a-c8f0-4020-9307-91f8354f3f6b" providerId="ADAL" clId="{2A64CEAC-3320-4639-96BD-CFB820E957F9}" dt="2026-05-23T09:31:37.336" v="53" actId="26606"/>
          <pc:sldLayoutMkLst>
            <pc:docMk/>
            <pc:sldMasterMk cId="4255070628" sldId="2147483775"/>
            <pc:sldLayoutMk cId="2211925406" sldId="2147483764"/>
          </pc:sldLayoutMkLst>
        </pc:sldLayoutChg>
        <pc:sldLayoutChg chg="add del">
          <pc:chgData name="Toon Dergent" userId="9cfdfa7a-c8f0-4020-9307-91f8354f3f6b" providerId="ADAL" clId="{2A64CEAC-3320-4639-96BD-CFB820E957F9}" dt="2026-05-23T09:31:37.336" v="53" actId="26606"/>
          <pc:sldLayoutMkLst>
            <pc:docMk/>
            <pc:sldMasterMk cId="4255070628" sldId="2147483775"/>
            <pc:sldLayoutMk cId="3205900410" sldId="2147483765"/>
          </pc:sldLayoutMkLst>
        </pc:sldLayoutChg>
        <pc:sldLayoutChg chg="add del">
          <pc:chgData name="Toon Dergent" userId="9cfdfa7a-c8f0-4020-9307-91f8354f3f6b" providerId="ADAL" clId="{2A64CEAC-3320-4639-96BD-CFB820E957F9}" dt="2026-05-23T09:31:37.336" v="53" actId="26606"/>
          <pc:sldLayoutMkLst>
            <pc:docMk/>
            <pc:sldMasterMk cId="4255070628" sldId="2147483775"/>
            <pc:sldLayoutMk cId="48419914" sldId="2147483766"/>
          </pc:sldLayoutMkLst>
        </pc:sldLayoutChg>
        <pc:sldLayoutChg chg="add del">
          <pc:chgData name="Toon Dergent" userId="9cfdfa7a-c8f0-4020-9307-91f8354f3f6b" providerId="ADAL" clId="{2A64CEAC-3320-4639-96BD-CFB820E957F9}" dt="2026-05-23T09:31:37.336" v="53" actId="26606"/>
          <pc:sldLayoutMkLst>
            <pc:docMk/>
            <pc:sldMasterMk cId="4255070628" sldId="2147483775"/>
            <pc:sldLayoutMk cId="2660159359" sldId="2147483767"/>
          </pc:sldLayoutMkLst>
        </pc:sldLayoutChg>
        <pc:sldLayoutChg chg="add del">
          <pc:chgData name="Toon Dergent" userId="9cfdfa7a-c8f0-4020-9307-91f8354f3f6b" providerId="ADAL" clId="{2A64CEAC-3320-4639-96BD-CFB820E957F9}" dt="2026-05-23T09:31:37.336" v="53" actId="26606"/>
          <pc:sldLayoutMkLst>
            <pc:docMk/>
            <pc:sldMasterMk cId="4255070628" sldId="2147483775"/>
            <pc:sldLayoutMk cId="2179337183" sldId="2147483768"/>
          </pc:sldLayoutMkLst>
        </pc:sldLayoutChg>
        <pc:sldLayoutChg chg="add del">
          <pc:chgData name="Toon Dergent" userId="9cfdfa7a-c8f0-4020-9307-91f8354f3f6b" providerId="ADAL" clId="{2A64CEAC-3320-4639-96BD-CFB820E957F9}" dt="2026-05-23T09:31:37.336" v="53" actId="26606"/>
          <pc:sldLayoutMkLst>
            <pc:docMk/>
            <pc:sldMasterMk cId="4255070628" sldId="2147483775"/>
            <pc:sldLayoutMk cId="1694476690" sldId="2147483769"/>
          </pc:sldLayoutMkLst>
        </pc:sldLayoutChg>
        <pc:sldLayoutChg chg="add del">
          <pc:chgData name="Toon Dergent" userId="9cfdfa7a-c8f0-4020-9307-91f8354f3f6b" providerId="ADAL" clId="{2A64CEAC-3320-4639-96BD-CFB820E957F9}" dt="2026-05-23T09:31:37.336" v="53" actId="26606"/>
          <pc:sldLayoutMkLst>
            <pc:docMk/>
            <pc:sldMasterMk cId="4255070628" sldId="2147483775"/>
            <pc:sldLayoutMk cId="839420848" sldId="2147483770"/>
          </pc:sldLayoutMkLst>
        </pc:sldLayoutChg>
        <pc:sldLayoutChg chg="add del">
          <pc:chgData name="Toon Dergent" userId="9cfdfa7a-c8f0-4020-9307-91f8354f3f6b" providerId="ADAL" clId="{2A64CEAC-3320-4639-96BD-CFB820E957F9}" dt="2026-05-23T09:31:37.336" v="53" actId="26606"/>
          <pc:sldLayoutMkLst>
            <pc:docMk/>
            <pc:sldMasterMk cId="4255070628" sldId="2147483775"/>
            <pc:sldLayoutMk cId="917131022" sldId="2147483771"/>
          </pc:sldLayoutMkLst>
        </pc:sldLayoutChg>
        <pc:sldLayoutChg chg="add del">
          <pc:chgData name="Toon Dergent" userId="9cfdfa7a-c8f0-4020-9307-91f8354f3f6b" providerId="ADAL" clId="{2A64CEAC-3320-4639-96BD-CFB820E957F9}" dt="2026-05-23T09:31:37.336" v="53" actId="26606"/>
          <pc:sldLayoutMkLst>
            <pc:docMk/>
            <pc:sldMasterMk cId="4255070628" sldId="2147483775"/>
            <pc:sldLayoutMk cId="1978114241" sldId="2147483772"/>
          </pc:sldLayoutMkLst>
        </pc:sldLayoutChg>
        <pc:sldLayoutChg chg="add del">
          <pc:chgData name="Toon Dergent" userId="9cfdfa7a-c8f0-4020-9307-91f8354f3f6b" providerId="ADAL" clId="{2A64CEAC-3320-4639-96BD-CFB820E957F9}" dt="2026-05-23T09:31:37.336" v="53" actId="26606"/>
          <pc:sldLayoutMkLst>
            <pc:docMk/>
            <pc:sldMasterMk cId="4255070628" sldId="2147483775"/>
            <pc:sldLayoutMk cId="3640427583" sldId="2147483773"/>
          </pc:sldLayoutMkLst>
        </pc:sldLayoutChg>
        <pc:sldLayoutChg chg="add del">
          <pc:chgData name="Toon Dergent" userId="9cfdfa7a-c8f0-4020-9307-91f8354f3f6b" providerId="ADAL" clId="{2A64CEAC-3320-4639-96BD-CFB820E957F9}" dt="2026-05-23T09:31:37.336" v="53" actId="26606"/>
          <pc:sldLayoutMkLst>
            <pc:docMk/>
            <pc:sldMasterMk cId="4255070628" sldId="2147483775"/>
            <pc:sldLayoutMk cId="3073281822" sldId="2147483774"/>
          </pc:sldLayoutMkLst>
        </pc:sldLayoutChg>
      </pc:sldMasterChg>
      <pc:sldMasterChg chg="add del addSldLayout delSldLayout">
        <pc:chgData name="Toon Dergent" userId="9cfdfa7a-c8f0-4020-9307-91f8354f3f6b" providerId="ADAL" clId="{2A64CEAC-3320-4639-96BD-CFB820E957F9}" dt="2026-05-23T09:31:37.312" v="52" actId="26606"/>
        <pc:sldMasterMkLst>
          <pc:docMk/>
          <pc:sldMasterMk cId="3277943828" sldId="2147483851"/>
        </pc:sldMasterMkLst>
        <pc:sldLayoutChg chg="add del">
          <pc:chgData name="Toon Dergent" userId="9cfdfa7a-c8f0-4020-9307-91f8354f3f6b" providerId="ADAL" clId="{2A64CEAC-3320-4639-96BD-CFB820E957F9}" dt="2026-05-23T09:31:37.312" v="52" actId="26606"/>
          <pc:sldLayoutMkLst>
            <pc:docMk/>
            <pc:sldMasterMk cId="3277943828" sldId="2147483851"/>
            <pc:sldLayoutMk cId="784324748" sldId="2147483840"/>
          </pc:sldLayoutMkLst>
        </pc:sldLayoutChg>
        <pc:sldLayoutChg chg="add del">
          <pc:chgData name="Toon Dergent" userId="9cfdfa7a-c8f0-4020-9307-91f8354f3f6b" providerId="ADAL" clId="{2A64CEAC-3320-4639-96BD-CFB820E957F9}" dt="2026-05-23T09:31:37.312" v="52" actId="26606"/>
          <pc:sldLayoutMkLst>
            <pc:docMk/>
            <pc:sldMasterMk cId="3277943828" sldId="2147483851"/>
            <pc:sldLayoutMk cId="1563435540" sldId="2147483841"/>
          </pc:sldLayoutMkLst>
        </pc:sldLayoutChg>
        <pc:sldLayoutChg chg="add del">
          <pc:chgData name="Toon Dergent" userId="9cfdfa7a-c8f0-4020-9307-91f8354f3f6b" providerId="ADAL" clId="{2A64CEAC-3320-4639-96BD-CFB820E957F9}" dt="2026-05-23T09:31:37.312" v="52" actId="26606"/>
          <pc:sldLayoutMkLst>
            <pc:docMk/>
            <pc:sldMasterMk cId="3277943828" sldId="2147483851"/>
            <pc:sldLayoutMk cId="1085522234" sldId="2147483842"/>
          </pc:sldLayoutMkLst>
        </pc:sldLayoutChg>
        <pc:sldLayoutChg chg="add del">
          <pc:chgData name="Toon Dergent" userId="9cfdfa7a-c8f0-4020-9307-91f8354f3f6b" providerId="ADAL" clId="{2A64CEAC-3320-4639-96BD-CFB820E957F9}" dt="2026-05-23T09:31:37.312" v="52" actId="26606"/>
          <pc:sldLayoutMkLst>
            <pc:docMk/>
            <pc:sldMasterMk cId="3277943828" sldId="2147483851"/>
            <pc:sldLayoutMk cId="2989043212" sldId="2147483843"/>
          </pc:sldLayoutMkLst>
        </pc:sldLayoutChg>
        <pc:sldLayoutChg chg="add del">
          <pc:chgData name="Toon Dergent" userId="9cfdfa7a-c8f0-4020-9307-91f8354f3f6b" providerId="ADAL" clId="{2A64CEAC-3320-4639-96BD-CFB820E957F9}" dt="2026-05-23T09:31:37.312" v="52" actId="26606"/>
          <pc:sldLayoutMkLst>
            <pc:docMk/>
            <pc:sldMasterMk cId="3277943828" sldId="2147483851"/>
            <pc:sldLayoutMk cId="3441314075" sldId="2147483844"/>
          </pc:sldLayoutMkLst>
        </pc:sldLayoutChg>
        <pc:sldLayoutChg chg="add del">
          <pc:chgData name="Toon Dergent" userId="9cfdfa7a-c8f0-4020-9307-91f8354f3f6b" providerId="ADAL" clId="{2A64CEAC-3320-4639-96BD-CFB820E957F9}" dt="2026-05-23T09:31:37.312" v="52" actId="26606"/>
          <pc:sldLayoutMkLst>
            <pc:docMk/>
            <pc:sldMasterMk cId="3277943828" sldId="2147483851"/>
            <pc:sldLayoutMk cId="4003437435" sldId="2147483845"/>
          </pc:sldLayoutMkLst>
        </pc:sldLayoutChg>
        <pc:sldLayoutChg chg="add del">
          <pc:chgData name="Toon Dergent" userId="9cfdfa7a-c8f0-4020-9307-91f8354f3f6b" providerId="ADAL" clId="{2A64CEAC-3320-4639-96BD-CFB820E957F9}" dt="2026-05-23T09:31:37.312" v="52" actId="26606"/>
          <pc:sldLayoutMkLst>
            <pc:docMk/>
            <pc:sldMasterMk cId="3277943828" sldId="2147483851"/>
            <pc:sldLayoutMk cId="2097581113" sldId="2147483846"/>
          </pc:sldLayoutMkLst>
        </pc:sldLayoutChg>
        <pc:sldLayoutChg chg="add del">
          <pc:chgData name="Toon Dergent" userId="9cfdfa7a-c8f0-4020-9307-91f8354f3f6b" providerId="ADAL" clId="{2A64CEAC-3320-4639-96BD-CFB820E957F9}" dt="2026-05-23T09:31:37.312" v="52" actId="26606"/>
          <pc:sldLayoutMkLst>
            <pc:docMk/>
            <pc:sldMasterMk cId="3277943828" sldId="2147483851"/>
            <pc:sldLayoutMk cId="1498193725" sldId="2147483847"/>
          </pc:sldLayoutMkLst>
        </pc:sldLayoutChg>
        <pc:sldLayoutChg chg="add del">
          <pc:chgData name="Toon Dergent" userId="9cfdfa7a-c8f0-4020-9307-91f8354f3f6b" providerId="ADAL" clId="{2A64CEAC-3320-4639-96BD-CFB820E957F9}" dt="2026-05-23T09:31:37.312" v="52" actId="26606"/>
          <pc:sldLayoutMkLst>
            <pc:docMk/>
            <pc:sldMasterMk cId="3277943828" sldId="2147483851"/>
            <pc:sldLayoutMk cId="2665246544" sldId="2147483848"/>
          </pc:sldLayoutMkLst>
        </pc:sldLayoutChg>
        <pc:sldLayoutChg chg="add del">
          <pc:chgData name="Toon Dergent" userId="9cfdfa7a-c8f0-4020-9307-91f8354f3f6b" providerId="ADAL" clId="{2A64CEAC-3320-4639-96BD-CFB820E957F9}" dt="2026-05-23T09:31:37.312" v="52" actId="26606"/>
          <pc:sldLayoutMkLst>
            <pc:docMk/>
            <pc:sldMasterMk cId="3277943828" sldId="2147483851"/>
            <pc:sldLayoutMk cId="3715532527" sldId="2147483849"/>
          </pc:sldLayoutMkLst>
        </pc:sldLayoutChg>
        <pc:sldLayoutChg chg="add del">
          <pc:chgData name="Toon Dergent" userId="9cfdfa7a-c8f0-4020-9307-91f8354f3f6b" providerId="ADAL" clId="{2A64CEAC-3320-4639-96BD-CFB820E957F9}" dt="2026-05-23T09:31:37.312" v="52" actId="26606"/>
          <pc:sldLayoutMkLst>
            <pc:docMk/>
            <pc:sldMasterMk cId="3277943828" sldId="2147483851"/>
            <pc:sldLayoutMk cId="3384023873" sldId="2147483850"/>
          </pc:sldLayoutMkLst>
        </pc:sldLayoutChg>
      </pc:sldMasterChg>
      <pc:sldMasterChg chg="add del addSldLayout delSldLayout">
        <pc:chgData name="Toon Dergent" userId="9cfdfa7a-c8f0-4020-9307-91f8354f3f6b" providerId="ADAL" clId="{2A64CEAC-3320-4639-96BD-CFB820E957F9}" dt="2026-05-23T09:32:40.616" v="57" actId="26606"/>
        <pc:sldMasterMkLst>
          <pc:docMk/>
          <pc:sldMasterMk cId="2995625966" sldId="2147483864"/>
        </pc:sldMasterMkLst>
        <pc:sldLayoutChg chg="add del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995625966" sldId="2147483864"/>
            <pc:sldLayoutMk cId="1745755526" sldId="2147483853"/>
          </pc:sldLayoutMkLst>
        </pc:sldLayoutChg>
        <pc:sldLayoutChg chg="add del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995625966" sldId="2147483864"/>
            <pc:sldLayoutMk cId="1147395727" sldId="2147483854"/>
          </pc:sldLayoutMkLst>
        </pc:sldLayoutChg>
        <pc:sldLayoutChg chg="add del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995625966" sldId="2147483864"/>
            <pc:sldLayoutMk cId="4273434448" sldId="2147483855"/>
          </pc:sldLayoutMkLst>
        </pc:sldLayoutChg>
        <pc:sldLayoutChg chg="add del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995625966" sldId="2147483864"/>
            <pc:sldLayoutMk cId="107778857" sldId="2147483856"/>
          </pc:sldLayoutMkLst>
        </pc:sldLayoutChg>
        <pc:sldLayoutChg chg="add del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995625966" sldId="2147483864"/>
            <pc:sldLayoutMk cId="245938623" sldId="2147483857"/>
          </pc:sldLayoutMkLst>
        </pc:sldLayoutChg>
        <pc:sldLayoutChg chg="add del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995625966" sldId="2147483864"/>
            <pc:sldLayoutMk cId="1303324501" sldId="2147483858"/>
          </pc:sldLayoutMkLst>
        </pc:sldLayoutChg>
        <pc:sldLayoutChg chg="add del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995625966" sldId="2147483864"/>
            <pc:sldLayoutMk cId="4292870992" sldId="2147483859"/>
          </pc:sldLayoutMkLst>
        </pc:sldLayoutChg>
        <pc:sldLayoutChg chg="add del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995625966" sldId="2147483864"/>
            <pc:sldLayoutMk cId="2228347917" sldId="2147483860"/>
          </pc:sldLayoutMkLst>
        </pc:sldLayoutChg>
        <pc:sldLayoutChg chg="add del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995625966" sldId="2147483864"/>
            <pc:sldLayoutMk cId="81178772" sldId="2147483861"/>
          </pc:sldLayoutMkLst>
        </pc:sldLayoutChg>
        <pc:sldLayoutChg chg="add del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995625966" sldId="2147483864"/>
            <pc:sldLayoutMk cId="2696316344" sldId="2147483862"/>
          </pc:sldLayoutMkLst>
        </pc:sldLayoutChg>
        <pc:sldLayoutChg chg="add del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995625966" sldId="2147483864"/>
            <pc:sldLayoutMk cId="2408254404" sldId="2147483863"/>
          </pc:sldLayoutMkLst>
        </pc:sldLayoutChg>
      </pc:sldMasterChg>
      <pc:sldMasterChg chg="add addSldLayout">
        <pc:chgData name="Toon Dergent" userId="9cfdfa7a-c8f0-4020-9307-91f8354f3f6b" providerId="ADAL" clId="{2A64CEAC-3320-4639-96BD-CFB820E957F9}" dt="2026-05-23T09:32:40.616" v="57" actId="26606"/>
        <pc:sldMasterMkLst>
          <pc:docMk/>
          <pc:sldMasterMk cId="267878366" sldId="2147483940"/>
        </pc:sldMasterMkLst>
        <pc:sldLayoutChg chg="add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67878366" sldId="2147483940"/>
            <pc:sldLayoutMk cId="3079091037" sldId="2147483929"/>
          </pc:sldLayoutMkLst>
        </pc:sldLayoutChg>
        <pc:sldLayoutChg chg="add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67878366" sldId="2147483940"/>
            <pc:sldLayoutMk cId="199407874" sldId="2147483930"/>
          </pc:sldLayoutMkLst>
        </pc:sldLayoutChg>
        <pc:sldLayoutChg chg="add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67878366" sldId="2147483940"/>
            <pc:sldLayoutMk cId="817385862" sldId="2147483931"/>
          </pc:sldLayoutMkLst>
        </pc:sldLayoutChg>
        <pc:sldLayoutChg chg="add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67878366" sldId="2147483940"/>
            <pc:sldLayoutMk cId="353331894" sldId="2147483932"/>
          </pc:sldLayoutMkLst>
        </pc:sldLayoutChg>
        <pc:sldLayoutChg chg="add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67878366" sldId="2147483940"/>
            <pc:sldLayoutMk cId="2215825538" sldId="2147483933"/>
          </pc:sldLayoutMkLst>
        </pc:sldLayoutChg>
        <pc:sldLayoutChg chg="add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67878366" sldId="2147483940"/>
            <pc:sldLayoutMk cId="922413646" sldId="2147483934"/>
          </pc:sldLayoutMkLst>
        </pc:sldLayoutChg>
        <pc:sldLayoutChg chg="add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67878366" sldId="2147483940"/>
            <pc:sldLayoutMk cId="563044811" sldId="2147483935"/>
          </pc:sldLayoutMkLst>
        </pc:sldLayoutChg>
        <pc:sldLayoutChg chg="add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67878366" sldId="2147483940"/>
            <pc:sldLayoutMk cId="2378619661" sldId="2147483936"/>
          </pc:sldLayoutMkLst>
        </pc:sldLayoutChg>
        <pc:sldLayoutChg chg="add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67878366" sldId="2147483940"/>
            <pc:sldLayoutMk cId="2563403422" sldId="2147483937"/>
          </pc:sldLayoutMkLst>
        </pc:sldLayoutChg>
        <pc:sldLayoutChg chg="add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67878366" sldId="2147483940"/>
            <pc:sldLayoutMk cId="68148041" sldId="2147483938"/>
          </pc:sldLayoutMkLst>
        </pc:sldLayoutChg>
        <pc:sldLayoutChg chg="add">
          <pc:chgData name="Toon Dergent" userId="9cfdfa7a-c8f0-4020-9307-91f8354f3f6b" providerId="ADAL" clId="{2A64CEAC-3320-4639-96BD-CFB820E957F9}" dt="2026-05-23T09:32:40.616" v="57" actId="26606"/>
          <pc:sldLayoutMkLst>
            <pc:docMk/>
            <pc:sldMasterMk cId="267878366" sldId="2147483940"/>
            <pc:sldLayoutMk cId="960313452" sldId="2147483939"/>
          </pc:sldLayoutMkLst>
        </pc:sldLayoutChg>
      </pc:sldMasterChg>
    </pc:docChg>
  </pc:docChgLst>
  <pc:docChgLst>
    <pc:chgData name="Mateusz Kidrycki" userId="993eac0b-f1a7-4f3e-b2fc-9a1ff1690ae6" providerId="ADAL" clId="{364F1E60-B8F0-4A10-B2AA-57FF089945F5}"/>
    <pc:docChg chg="custSel modSld addMainMaster delMainMaster">
      <pc:chgData name="Mateusz Kidrycki" userId="993eac0b-f1a7-4f3e-b2fc-9a1ff1690ae6" providerId="ADAL" clId="{364F1E60-B8F0-4A10-B2AA-57FF089945F5}" dt="2026-05-20T10:38:03.629" v="39" actId="20577"/>
      <pc:docMkLst>
        <pc:docMk/>
      </pc:docMkLst>
      <pc:sldChg chg="addSp delSp modSp mod setBg modClrScheme addAnim chgLayout">
        <pc:chgData name="Mateusz Kidrycki" userId="993eac0b-f1a7-4f3e-b2fc-9a1ff1690ae6" providerId="ADAL" clId="{364F1E60-B8F0-4A10-B2AA-57FF089945F5}" dt="2026-05-20T10:38:03.629" v="39" actId="20577"/>
        <pc:sldMkLst>
          <pc:docMk/>
          <pc:sldMk cId="3939529770" sldId="256"/>
        </pc:sldMkLst>
        <pc:spChg chg="mod">
          <ac:chgData name="Mateusz Kidrycki" userId="993eac0b-f1a7-4f3e-b2fc-9a1ff1690ae6" providerId="ADAL" clId="{364F1E60-B8F0-4A10-B2AA-57FF089945F5}" dt="2026-05-20T10:37:49.932" v="21" actId="26606"/>
          <ac:spMkLst>
            <pc:docMk/>
            <pc:sldMk cId="3939529770" sldId="256"/>
            <ac:spMk id="2" creationId="{97B206B6-2BAC-6A10-83F3-9CCFF1958C8A}"/>
          </ac:spMkLst>
        </pc:spChg>
        <pc:spChg chg="mod">
          <ac:chgData name="Mateusz Kidrycki" userId="993eac0b-f1a7-4f3e-b2fc-9a1ff1690ae6" providerId="ADAL" clId="{364F1E60-B8F0-4A10-B2AA-57FF089945F5}" dt="2026-05-20T10:38:03.629" v="39" actId="20577"/>
          <ac:spMkLst>
            <pc:docMk/>
            <pc:sldMk cId="3939529770" sldId="256"/>
            <ac:spMk id="3" creationId="{D4194A17-D7EE-622D-E2B6-90A87A8A9E2B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6847D-1CF6-46BA-B46B-48BED0604A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 b="1" cap="all" spc="1500" baseline="0">
                <a:latin typeface="+mj-lt"/>
                <a:ea typeface="Source Sans Pro SemiBold" panose="020B06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B4F5A5-C931-4A4C-B6B1-EF4C95965B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 cap="all" spc="4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grpSp>
        <p:nvGrpSpPr>
          <p:cNvPr id="7" name="Graphic 185">
            <a:extLst>
              <a:ext uri="{FF2B5EF4-FFF2-40B4-BE49-F238E27FC236}">
                <a16:creationId xmlns:a16="http://schemas.microsoft.com/office/drawing/2014/main" id="{8A351602-3772-4279-B0D3-A523F6F6EAB3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A5AAAA75-5FFB-4C07-AD4A-3146773E6CDD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1479895E-3847-44BB-8404-28F14219FB70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0E02F68-8149-4236-8D9F-6B550F78B932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56FCAAB-F073-4561-A484-42C7DD10DC26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CF8DB94-87A3-43E9-9BBB-301CFF0FB05B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DE4AEC-B6E4-439C-B716-EBE3D4D1D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0F569-AC90-44EB-9EF4-4E5C2F5D823C}" type="datetime1">
              <a:rPr lang="en-US" smtClean="0"/>
              <a:t>5/24/2026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78BC18-102E-45BF-8FEA-801E9C59D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A8BF5F-B1F8-461F-9B3D-7D50D0242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D6BF779-0B8C-4CC2-9268-9506AD0C5331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044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88500-1605-41EA-A15F-9B79DF7E4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B14AC8-25A5-4D7F-BF23-CB20AA2ECF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8" name="Graphic 185">
            <a:extLst>
              <a:ext uri="{FF2B5EF4-FFF2-40B4-BE49-F238E27FC236}">
                <a16:creationId xmlns:a16="http://schemas.microsoft.com/office/drawing/2014/main" id="{8997F1B7-1EE7-4EA5-A5A4-866F9A810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B5E13483-2FB6-4753-8402-06FDC3498E06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8F0DF22-F640-4002-B783-DF1C6A9473F6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C2787B8-7984-4332-B611-D3D3DE898FE0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AF3646C-B3D7-4F57-8FD2-CD93CEB39214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65FA7DA-93A0-43A4-834C-0F1BB9806A8C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995D22-0146-4DE2-9E78-4C00333D4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2D79EF-17C8-45D8-9866-DAF5723FC604}" type="datetime1">
              <a:rPr lang="en-US" smtClean="0"/>
              <a:t>5/24/2026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59717A-A1FE-485D-AFFF-2C7026C71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6DB88B-64CF-4100-8F07-D191DD793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04332FF-8349-42A5-B5C8-5EE3825CE252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6196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BFE6C-EBF1-47DE-8468-E7125172B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104992-D139-48DC-BCCE-D71EA23CA2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grpSp>
        <p:nvGrpSpPr>
          <p:cNvPr id="7" name="Graphic 185">
            <a:extLst>
              <a:ext uri="{FF2B5EF4-FFF2-40B4-BE49-F238E27FC236}">
                <a16:creationId xmlns:a16="http://schemas.microsoft.com/office/drawing/2014/main" id="{A8C5E768-0E62-4DE7-A0AF-93121DA8439E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6402845F-9E8A-41E1-B051-1AAA46C997A2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A45C410-5FD0-4339-A3BC-A865DE4190AF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7B0B703-8BA8-483C-A433-C44C809687DE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CCFA03D-B879-419B-88B9-F4F3645C8AF5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B0260A-6B2D-4F54-8614-60BC3103E166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1AB8F6-0796-47E9-B1D4-760B7CCFC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FC2ADC-3680-4013-A757-E4663495DB98}" type="datetime1">
              <a:rPr lang="en-US" smtClean="0"/>
              <a:t>5/24/2026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886FC0-7327-44D9-B689-0AE73FD25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19D265-BFBA-4C93-9B1A-B9483AE6B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64F5FEB-DE92-47DA-8C46-DC088E8960A4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403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637BE-B22F-40EE-94F0-04549BC56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A71582-4BAF-4211-AD4A-476ED6EB11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9DCF6B-C800-4345-BAE9-EE9FA65903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8" name="Graphic 185">
            <a:extLst>
              <a:ext uri="{FF2B5EF4-FFF2-40B4-BE49-F238E27FC236}">
                <a16:creationId xmlns:a16="http://schemas.microsoft.com/office/drawing/2014/main" id="{E6190A1E-5381-43C4-B058-7758339984D6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7E35469-0BEA-4E5E-955F-1AA300A62DE5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8F650BE-565E-4A52-8143-7A87700FC5F5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286A3F89-AA2A-44E5-915E-C47A069EB685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C57F514-AB27-4489-8D3C-01DD1025DDAD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141169F-1C39-4D04-AF32-D0D14D004B05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087465-759F-4895-8FC6-DD464FB918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51BA94-5DCA-4F19-960F-0FB2BD5EE85A}" type="datetime1">
              <a:rPr lang="en-US" smtClean="0"/>
              <a:t>5/24/2026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F1AA18-D8A5-44D9-881C-522258ED54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1BA574-A76A-4F4C-8CBD-768278B66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793E083-ADC4-4391-83DD-781529A66110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480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1B666-D6BE-4FA8-9CF1-F15FD58B0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CE4B4A-DE64-4563-83CD-C40B1D681D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DA0314-0202-4E6D-8352-C28376A9C0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B56083-87B4-4603-B6FF-A9EB68E3E6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3708CF-F028-4917-A9CB-59BF5248A2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10" name="Graphic 185">
            <a:extLst>
              <a:ext uri="{FF2B5EF4-FFF2-40B4-BE49-F238E27FC236}">
                <a16:creationId xmlns:a16="http://schemas.microsoft.com/office/drawing/2014/main" id="{81B934BF-E239-47E1-93E9-EA3182162D21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C3BBF177-5044-426A-93ED-64BDC84BF184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4270648-77F5-4D28-B691-DA57AA28FD73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086B770-2F70-4B7B-9525-286BBD63AD72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7DDC14D-7AE3-41CD-ADFC-A3601D4F9DF3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2181834-8401-4B66-85EE-1CBF57807DAB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433C091-3B62-4087-9A97-63BBE28CFF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BED947-38D9-44AC-8B89-E79758333B77}" type="datetime1">
              <a:rPr lang="en-US" smtClean="0"/>
              <a:t>5/24/2026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0710C3-2723-4847-BCAF-96D9FAE505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6618B2C-95AC-4438-97FD-07ACF297B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6B0F5A7-6E8A-4BCD-8F1F-233ECD21B262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313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9CF7F-748D-4598-983E-96A2BE269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grpSp>
        <p:nvGrpSpPr>
          <p:cNvPr id="6" name="Graphic 185">
            <a:extLst>
              <a:ext uri="{FF2B5EF4-FFF2-40B4-BE49-F238E27FC236}">
                <a16:creationId xmlns:a16="http://schemas.microsoft.com/office/drawing/2014/main" id="{DFD4D3BE-80D4-4E69-9C76-F0D8517DF690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A0B6E97F-00E1-4372-8978-8BCBDC9026E6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C7651B7-7A30-4AFA-A4D7-0B0C5D2DDAAF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D2FC5CA-556B-4409-B084-34753A1F04E6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3E63FB41-EE1F-4889-9096-3A38936330D5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DD19F3B-7B3E-4861-8FDA-D0116C96C16E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0A2C46-C908-4010-AAE2-9FA41B145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81E23F-BD3C-4F23-B116-2B758120C8AC}" type="datetime1">
              <a:rPr lang="en-US" smtClean="0"/>
              <a:t>5/24/2026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CF5279-7D37-4D98-9A70-987C84F62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96FAD0-59EF-49AA-BBC6-A0EC184DD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76EB399-18D2-46D5-8757-35FCFF8EA80D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8255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aphic 185">
            <a:extLst>
              <a:ext uri="{FF2B5EF4-FFF2-40B4-BE49-F238E27FC236}">
                <a16:creationId xmlns:a16="http://schemas.microsoft.com/office/drawing/2014/main" id="{773CCE17-EE0F-40E0-B7AE-CF7677B64709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B0AC6C4E-6EA5-454A-AB84-8B94D8B585EC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B4329338-925B-4677-BA6E-4357D37DB545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334C0A08-043F-4818-BA1D-BCC9F811A873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DCB185DD-ED0D-4633-8098-95C4A6F177CC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AD50526-B611-40B6-BB45-AE82F0EF5992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08C302-4224-4668-8CAC-3267172A0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3CFAA9-6D59-4D98-869E-ACBDB83B2CA4}" type="datetime1">
              <a:rPr lang="en-US" smtClean="0"/>
              <a:t>5/24/2026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C8FC22-AEB6-4BAF-BF93-41A2C757CC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2CA88A-5462-4F17-AFA0-52721ADDB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0CCC791-94D7-4BB8-9EDF-423CEA1F6215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091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6AC37-C5B5-462A-BE4A-E55CEBF2A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4B007F-32A8-4688-BBEF-4FCB99DF5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F2E2EB-BF8A-44A4-8AE0-BD6C31B1D9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grpSp>
        <p:nvGrpSpPr>
          <p:cNvPr id="8" name="Graphic 185">
            <a:extLst>
              <a:ext uri="{FF2B5EF4-FFF2-40B4-BE49-F238E27FC236}">
                <a16:creationId xmlns:a16="http://schemas.microsoft.com/office/drawing/2014/main" id="{FC9E188F-54C8-4547-9F8C-525712AD7DB6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B99C4538-3939-47A9-A590-09FF21960653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7541CA75-5D05-4996-A26D-CE0C909CD5F7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86305856-26BC-4BCC-BEF3-5E9CED941775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C69651C-AC37-4CD2-8367-19297D7E2389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3E9031B-BA8D-4D9D-9BB3-A16F7A80F854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9840A2-CF60-4C47-B955-E65BC451F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410804-27E3-430A-BB42-B831260DE39A}" type="datetime1">
              <a:rPr lang="en-US" smtClean="0"/>
              <a:t>5/24/2026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79DC6E-CC55-47AB-A405-5FB7EE2D1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5D5E7D-EBA7-4DB0-8C78-7EB8A85FA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5B051DE-636E-4B3C-9886-2055CE23E49A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078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1D355-3146-41D1-B7DC-20B8ACE390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AD4AAFB-E8F8-4FD1-8C6A-ED2C3FAD50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051AF1-B16F-43B9-95CC-C17B570DEC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grpSp>
        <p:nvGrpSpPr>
          <p:cNvPr id="8" name="Graphic 185">
            <a:extLst>
              <a:ext uri="{FF2B5EF4-FFF2-40B4-BE49-F238E27FC236}">
                <a16:creationId xmlns:a16="http://schemas.microsoft.com/office/drawing/2014/main" id="{C8B77273-9FF7-4B93-8385-AD09A5F86AE5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117A673-3729-4EAD-9E8C-52BEBF74B857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E8DB752-94CD-4A94-BDE3-DD285EB89F3F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2F8DDFC-E5CA-4F36-B2BE-BCE49D4F6C95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BB589AE-2F9C-4C83-8DC7-1205CB037525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AC9A2DE-3C9E-4CD0-8C7A-CC5F9F9942E4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8C8714-2467-4715-934E-6787C84F7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22DE3-3D1A-4D53-B9A6-6C7463B8C992}" type="datetime1">
              <a:rPr lang="en-US" smtClean="0"/>
              <a:t>5/24/2026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6F13D6-03EC-4D31-8BB1-9FFDE3633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65D4DD-A2A4-4DF6-9527-E5F12FEB93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D202F3A-9FDE-4E11-B865-FBAEC415F880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3858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F3A871-D377-4EC0-9ACF-86842F01E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D53202-92A9-45A3-B812-777DB9578B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7" name="Graphic 185">
            <a:extLst>
              <a:ext uri="{FF2B5EF4-FFF2-40B4-BE49-F238E27FC236}">
                <a16:creationId xmlns:a16="http://schemas.microsoft.com/office/drawing/2014/main" id="{7196FB0C-3A9D-4892-90C9-21F3459AAD9E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16938C96-CF0F-4B69-A695-913F11BFC6F0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CA7E6BB-6B60-4BF5-9D3E-A3FE782EF5B0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3F693EDA-57B3-4AEB-863B-B198C2A5A8E3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3A04A96-045F-4B6E-AEEE-11A2FA01B4FC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FB357DC-5AD3-44F4-879B-5AD6B18AC36F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2CA47F-83AD-4BE3-AC2F-6C17883F7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A7D41-E8B7-4A0B-B861-3EC4AE88917D}" type="datetime1">
              <a:rPr lang="en-US" smtClean="0"/>
              <a:t>5/24/2026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118A72-3200-4597-A9C5-0D9ECFF3E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70055A-71D4-49B4-8A8F-19AFDB84E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B0E5D27-C447-432F-982D-B60FDD6F34AD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318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8C59DBB-9256-464D-8A6A-8BDA71541D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25E310-E6CB-4838-8E9B-B288DA5527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7" name="Graphic 185">
            <a:extLst>
              <a:ext uri="{FF2B5EF4-FFF2-40B4-BE49-F238E27FC236}">
                <a16:creationId xmlns:a16="http://schemas.microsoft.com/office/drawing/2014/main" id="{BCF412A8-E798-47AD-ABD9-98D76A55D30B}"/>
              </a:ext>
            </a:extLst>
          </p:cNvPr>
          <p:cNvGrpSpPr/>
          <p:nvPr/>
        </p:nvGrpSpPr>
        <p:grpSpPr>
          <a:xfrm>
            <a:off x="10999563" y="5987064"/>
            <a:ext cx="1054467" cy="469689"/>
            <a:chOff x="9841624" y="4115729"/>
            <a:chExt cx="602170" cy="268223"/>
          </a:xfrm>
          <a:solidFill>
            <a:schemeClr val="tx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E70160C5-475D-401A-AEE2-2C04E99A1518}"/>
                </a:ext>
              </a:extLst>
            </p:cNvPr>
            <p:cNvSpPr/>
            <p:nvPr/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07CC7CE9-9C7F-49C2-8609-47BF523390F5}"/>
                </a:ext>
              </a:extLst>
            </p:cNvPr>
            <p:cNvSpPr/>
            <p:nvPr/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726FD5F1-978C-45AF-9086-D5DBE1F01681}"/>
                </a:ext>
              </a:extLst>
            </p:cNvPr>
            <p:cNvSpPr/>
            <p:nvPr/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873AB1C-723A-4FB4-9B23-65BAF5074833}"/>
                </a:ext>
              </a:extLst>
            </p:cNvPr>
            <p:cNvSpPr/>
            <p:nvPr/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1DE5510-5094-4FA4-96E5-AD4841D1C38A}"/>
                </a:ext>
              </a:extLst>
            </p:cNvPr>
            <p:cNvSpPr/>
            <p:nvPr/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CE2202-679F-48B0-B2DD-F6F547112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C34823-0B19-4B4E-A643-7A3B0A3D24D6}" type="datetime1">
              <a:rPr lang="en-US" smtClean="0"/>
              <a:t>5/24/2026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7BC83D-E4C0-49E1-ADA1-1AF403984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BF211E-B2EA-4CDC-9E84-B68983949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450C42-9A0B-4425-92C2-70FCF7C457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FE2F5FD-5D31-4C1D-82F8-93624C7B0A3C}"/>
              </a:ext>
            </a:extLst>
          </p:cNvPr>
          <p:cNvSpPr/>
          <p:nvPr/>
        </p:nvSpPr>
        <p:spPr>
          <a:xfrm>
            <a:off x="320736" y="652894"/>
            <a:ext cx="319941" cy="319941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413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633F5C3-CD4B-4472-B59A-49D460CB1C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72236B-AB2C-4D6F-AE15-700992DA91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90F509-07BE-4446-8772-F44E09936B7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cap="all" spc="100" baseline="0">
                <a:solidFill>
                  <a:schemeClr val="tx1">
                    <a:tint val="75000"/>
                  </a:schemeClr>
                </a:solidFill>
                <a:latin typeface="+mn-lt"/>
                <a:ea typeface="Source Sans Pro SemiBold" panose="020B0603030403020204" pitchFamily="34" charset="0"/>
              </a:defRPr>
            </a:lvl1pPr>
          </a:lstStyle>
          <a:p>
            <a:fld id="{5ECD8B30-1B71-45A1-8314-D59C86F581E1}" type="datetime1">
              <a:rPr lang="en-US" smtClean="0"/>
              <a:pPr/>
              <a:t>5/24/2026</a:t>
            </a:fld>
            <a:endParaRPr lang="en-US" b="1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1B927E-3833-4F85-99B5-56B5F1E540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cap="all" spc="100" baseline="0">
                <a:solidFill>
                  <a:schemeClr val="tx1">
                    <a:tint val="75000"/>
                  </a:schemeClr>
                </a:solidFill>
                <a:latin typeface="+mn-lt"/>
                <a:ea typeface="Source Sans Pro SemiBold" panose="020B0603030403020204" pitchFamily="34" charset="0"/>
              </a:defRPr>
            </a:lvl1pPr>
          </a:lstStyle>
          <a:p>
            <a:r>
              <a:rPr lang="en-US" dirty="0"/>
              <a:t>Sample Footer Text</a:t>
            </a:r>
            <a:endParaRPr lang="en-US" b="1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28CB64-4E98-43DE-B543-7BE5B329DB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 cap="all" spc="100" baseline="0">
                <a:solidFill>
                  <a:schemeClr val="tx1">
                    <a:tint val="75000"/>
                  </a:schemeClr>
                </a:solidFill>
                <a:latin typeface="+mn-lt"/>
                <a:ea typeface="Source Sans Pro SemiBold" panose="020B0603030403020204" pitchFamily="34" charset="0"/>
              </a:defRPr>
            </a:lvl1pPr>
          </a:lstStyle>
          <a:p>
            <a:fld id="{F3450C42-9A0B-4425-92C2-70FCF7C45734}" type="slidenum">
              <a:rPr lang="en-US" smtClean="0"/>
              <a:pPr/>
              <a:t>‹#›</a:t>
            </a:fld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678783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5" r:id="rId1"/>
    <p:sldLayoutId id="2147483936" r:id="rId2"/>
    <p:sldLayoutId id="2147483937" r:id="rId3"/>
    <p:sldLayoutId id="2147483938" r:id="rId4"/>
    <p:sldLayoutId id="2147483939" r:id="rId5"/>
    <p:sldLayoutId id="2147483933" r:id="rId6"/>
    <p:sldLayoutId id="2147483929" r:id="rId7"/>
    <p:sldLayoutId id="2147483930" r:id="rId8"/>
    <p:sldLayoutId id="2147483931" r:id="rId9"/>
    <p:sldLayoutId id="2147483932" r:id="rId10"/>
    <p:sldLayoutId id="2147483934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2" name="Rectangle 511">
            <a:extLst>
              <a:ext uri="{FF2B5EF4-FFF2-40B4-BE49-F238E27FC236}">
                <a16:creationId xmlns:a16="http://schemas.microsoft.com/office/drawing/2014/main" id="{489B7BFD-8F45-4093-AD9C-91B15B050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13" name="Oval 512">
            <a:extLst>
              <a:ext uri="{FF2B5EF4-FFF2-40B4-BE49-F238E27FC236}">
                <a16:creationId xmlns:a16="http://schemas.microsoft.com/office/drawing/2014/main" id="{D9DFE8A5-DCEC-4A43-B613-D62AC8C573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98485" y="519606"/>
            <a:ext cx="5290997" cy="5290997"/>
          </a:xfrm>
          <a:prstGeom prst="ellipse">
            <a:avLst/>
          </a:pr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4" name="Oval 513">
            <a:extLst>
              <a:ext uri="{FF2B5EF4-FFF2-40B4-BE49-F238E27FC236}">
                <a16:creationId xmlns:a16="http://schemas.microsoft.com/office/drawing/2014/main" id="{72ECEE41-AE0E-49F4-9DE8-04A37665A1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91790" y="511352"/>
            <a:ext cx="5290997" cy="5290997"/>
          </a:xfrm>
          <a:prstGeom prst="ellipse">
            <a:avLst/>
          </a:prstGeom>
          <a:solidFill>
            <a:schemeClr val="accent1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515" name="Oval 514">
            <a:extLst>
              <a:ext uri="{FF2B5EF4-FFF2-40B4-BE49-F238E27FC236}">
                <a16:creationId xmlns:a16="http://schemas.microsoft.com/office/drawing/2014/main" id="{26B7664A-BE61-4A65-B937-A31E08B8B9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63725" y="456156"/>
            <a:ext cx="5290997" cy="5290997"/>
          </a:xfrm>
          <a:prstGeom prst="ellips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B206B6-2BAC-6A10-83F3-9CCFF1958C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96988" y="1583888"/>
            <a:ext cx="3624471" cy="2577893"/>
          </a:xfrm>
        </p:spPr>
        <p:txBody>
          <a:bodyPr>
            <a:normAutofit/>
          </a:bodyPr>
          <a:lstStyle/>
          <a:p>
            <a:r>
              <a:rPr lang="nl-BE" sz="5100" dirty="0"/>
              <a:t>PE1 – Shelly Hub</a:t>
            </a:r>
            <a:endParaRPr lang="en-BE" sz="51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194A17-D7EE-622D-E2B6-90A87A8A9E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96988" y="4253857"/>
            <a:ext cx="3624471" cy="811604"/>
          </a:xfrm>
        </p:spPr>
        <p:txBody>
          <a:bodyPr>
            <a:normAutofit/>
          </a:bodyPr>
          <a:lstStyle/>
          <a:p>
            <a:r>
              <a:rPr lang="nl-BE" sz="1900" dirty="0" err="1"/>
              <a:t>By</a:t>
            </a:r>
            <a:r>
              <a:rPr lang="nl-BE" sz="1900" dirty="0"/>
              <a:t> Dergent Toon </a:t>
            </a:r>
            <a:r>
              <a:rPr lang="nl-BE" sz="1900" dirty="0" err="1"/>
              <a:t>and</a:t>
            </a:r>
            <a:r>
              <a:rPr lang="nl-BE" sz="1900" dirty="0"/>
              <a:t> </a:t>
            </a:r>
            <a:r>
              <a:rPr lang="nl-BE" sz="1900" dirty="0" err="1"/>
              <a:t>Kidrycki</a:t>
            </a:r>
            <a:r>
              <a:rPr lang="nl-BE" sz="1900" dirty="0"/>
              <a:t> </a:t>
            </a:r>
            <a:r>
              <a:rPr lang="nl-BE" sz="1900" dirty="0" err="1"/>
              <a:t>Mateusz</a:t>
            </a:r>
            <a:endParaRPr lang="en-BE" sz="1900" dirty="0"/>
          </a:p>
        </p:txBody>
      </p:sp>
      <p:grpSp>
        <p:nvGrpSpPr>
          <p:cNvPr id="516" name="Group 515">
            <a:extLst>
              <a:ext uri="{FF2B5EF4-FFF2-40B4-BE49-F238E27FC236}">
                <a16:creationId xmlns:a16="http://schemas.microsoft.com/office/drawing/2014/main" id="{592A98AA-8351-467E-95D9-AD9C11B8C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065353"/>
            <a:ext cx="1861854" cy="717514"/>
            <a:chOff x="0" y="1065353"/>
            <a:chExt cx="1861854" cy="717514"/>
          </a:xfrm>
          <a:solidFill>
            <a:schemeClr val="tx1"/>
          </a:solidFill>
        </p:grpSpPr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E16C8D8F-10E9-4498-ABDB-0F923F8B68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1065353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7963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283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7963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283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517" name="Freeform: Shape 102">
              <a:extLst>
                <a:ext uri="{FF2B5EF4-FFF2-40B4-BE49-F238E27FC236}">
                  <a16:creationId xmlns:a16="http://schemas.microsoft.com/office/drawing/2014/main" id="{1E5A83E3-8A11-4492-BB6E-F5F2240316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1505088"/>
              <a:ext cx="1861854" cy="277779"/>
            </a:xfrm>
            <a:custGeom>
              <a:avLst/>
              <a:gdLst>
                <a:gd name="connsiteX0" fmla="*/ 180458 w 1861854"/>
                <a:gd name="connsiteY0" fmla="*/ 0 h 277779"/>
                <a:gd name="connsiteX1" fmla="*/ 419222 w 1861854"/>
                <a:gd name="connsiteY1" fmla="*/ 238761 h 277779"/>
                <a:gd name="connsiteX2" fmla="*/ 657984 w 1861854"/>
                <a:gd name="connsiteY2" fmla="*/ 0 h 277779"/>
                <a:gd name="connsiteX3" fmla="*/ 896745 w 1861854"/>
                <a:gd name="connsiteY3" fmla="*/ 238761 h 277779"/>
                <a:gd name="connsiteX4" fmla="*/ 1135754 w 1861854"/>
                <a:gd name="connsiteY4" fmla="*/ 0 h 277779"/>
                <a:gd name="connsiteX5" fmla="*/ 1374516 w 1861854"/>
                <a:gd name="connsiteY5" fmla="*/ 238761 h 277779"/>
                <a:gd name="connsiteX6" fmla="*/ 1613277 w 1861854"/>
                <a:gd name="connsiteY6" fmla="*/ 0 h 277779"/>
                <a:gd name="connsiteX7" fmla="*/ 1861854 w 1861854"/>
                <a:gd name="connsiteY7" fmla="*/ 248577 h 277779"/>
                <a:gd name="connsiteX8" fmla="*/ 1842470 w 1861854"/>
                <a:gd name="connsiteY8" fmla="*/ 268208 h 277779"/>
                <a:gd name="connsiteX9" fmla="*/ 1613277 w 1861854"/>
                <a:gd name="connsiteY9" fmla="*/ 39017 h 277779"/>
                <a:gd name="connsiteX10" fmla="*/ 1374516 w 1861854"/>
                <a:gd name="connsiteY10" fmla="*/ 277779 h 277779"/>
                <a:gd name="connsiteX11" fmla="*/ 1135754 w 1861854"/>
                <a:gd name="connsiteY11" fmla="*/ 39017 h 277779"/>
                <a:gd name="connsiteX12" fmla="*/ 896745 w 1861854"/>
                <a:gd name="connsiteY12" fmla="*/ 277779 h 277779"/>
                <a:gd name="connsiteX13" fmla="*/ 657984 w 1861854"/>
                <a:gd name="connsiteY13" fmla="*/ 39017 h 277779"/>
                <a:gd name="connsiteX14" fmla="*/ 419222 w 1861854"/>
                <a:gd name="connsiteY14" fmla="*/ 277779 h 277779"/>
                <a:gd name="connsiteX15" fmla="*/ 180458 w 1861854"/>
                <a:gd name="connsiteY15" fmla="*/ 39017 h 277779"/>
                <a:gd name="connsiteX16" fmla="*/ 0 w 1861854"/>
                <a:gd name="connsiteY16" fmla="*/ 219475 h 277779"/>
                <a:gd name="connsiteX17" fmla="*/ 0 w 1861854"/>
                <a:gd name="connsiteY17" fmla="*/ 180458 h 277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61854" h="277779">
                  <a:moveTo>
                    <a:pt x="180458" y="0"/>
                  </a:moveTo>
                  <a:lnTo>
                    <a:pt x="419222" y="238761"/>
                  </a:lnTo>
                  <a:lnTo>
                    <a:pt x="657984" y="0"/>
                  </a:lnTo>
                  <a:lnTo>
                    <a:pt x="896745" y="238761"/>
                  </a:lnTo>
                  <a:lnTo>
                    <a:pt x="1135754" y="0"/>
                  </a:lnTo>
                  <a:lnTo>
                    <a:pt x="1374516" y="238761"/>
                  </a:lnTo>
                  <a:lnTo>
                    <a:pt x="1613277" y="0"/>
                  </a:lnTo>
                  <a:lnTo>
                    <a:pt x="1861854" y="248577"/>
                  </a:lnTo>
                  <a:lnTo>
                    <a:pt x="1842470" y="268208"/>
                  </a:lnTo>
                  <a:lnTo>
                    <a:pt x="1613277" y="39017"/>
                  </a:lnTo>
                  <a:lnTo>
                    <a:pt x="1374516" y="277779"/>
                  </a:lnTo>
                  <a:lnTo>
                    <a:pt x="1135754" y="39017"/>
                  </a:lnTo>
                  <a:lnTo>
                    <a:pt x="896745" y="277779"/>
                  </a:lnTo>
                  <a:lnTo>
                    <a:pt x="657984" y="39017"/>
                  </a:lnTo>
                  <a:lnTo>
                    <a:pt x="419222" y="277779"/>
                  </a:lnTo>
                  <a:lnTo>
                    <a:pt x="180458" y="39017"/>
                  </a:lnTo>
                  <a:lnTo>
                    <a:pt x="0" y="219475"/>
                  </a:lnTo>
                  <a:lnTo>
                    <a:pt x="0" y="180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</p:grpSp>
      <p:sp>
        <p:nvSpPr>
          <p:cNvPr id="518" name="Graphic 212">
            <a:extLst>
              <a:ext uri="{FF2B5EF4-FFF2-40B4-BE49-F238E27FC236}">
                <a16:creationId xmlns:a16="http://schemas.microsoft.com/office/drawing/2014/main" id="{279CAF82-0ECF-42BE-8F37-F71941E5D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96429" y="1027722"/>
            <a:ext cx="413564" cy="413564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519" name="Graphic 212">
            <a:extLst>
              <a:ext uri="{FF2B5EF4-FFF2-40B4-BE49-F238E27FC236}">
                <a16:creationId xmlns:a16="http://schemas.microsoft.com/office/drawing/2014/main" id="{AB3A9BF2-EC6B-40C7-9583-802D0A6CFA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96429" y="1027722"/>
            <a:ext cx="413564" cy="413564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  <a:alpha val="2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610F286-0561-7FE7-14C8-F1C6C5F00D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" b="-1"/>
          <a:stretch>
            <a:fillRect/>
          </a:stretch>
        </p:blipFill>
        <p:spPr>
          <a:xfrm>
            <a:off x="7736597" y="370135"/>
            <a:ext cx="3248023" cy="3248023"/>
          </a:xfrm>
          <a:custGeom>
            <a:avLst/>
            <a:gdLst/>
            <a:ahLst/>
            <a:cxnLst/>
            <a:rect l="l" t="t" r="r" b="b"/>
            <a:pathLst>
              <a:path w="2813056" h="2813056">
                <a:moveTo>
                  <a:pt x="1406528" y="0"/>
                </a:moveTo>
                <a:cubicBezTo>
                  <a:pt x="2183332" y="0"/>
                  <a:pt x="2813056" y="629724"/>
                  <a:pt x="2813056" y="1406528"/>
                </a:cubicBezTo>
                <a:cubicBezTo>
                  <a:pt x="2813056" y="2183332"/>
                  <a:pt x="2183332" y="2813056"/>
                  <a:pt x="1406528" y="2813056"/>
                </a:cubicBezTo>
                <a:cubicBezTo>
                  <a:pt x="629724" y="2813056"/>
                  <a:pt x="0" y="2183332"/>
                  <a:pt x="0" y="1406528"/>
                </a:cubicBezTo>
                <a:cubicBezTo>
                  <a:pt x="0" y="629724"/>
                  <a:pt x="629724" y="0"/>
                  <a:pt x="1406528" y="0"/>
                </a:cubicBezTo>
                <a:close/>
              </a:path>
            </a:pathLst>
          </a:custGeom>
        </p:spPr>
      </p:pic>
      <p:sp>
        <p:nvSpPr>
          <p:cNvPr id="520" name="Oval 519">
            <a:extLst>
              <a:ext uri="{FF2B5EF4-FFF2-40B4-BE49-F238E27FC236}">
                <a16:creationId xmlns:a16="http://schemas.microsoft.com/office/drawing/2014/main" id="{033BC44A-0661-43B4-9C14-FD5963C226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85735" y="4917084"/>
            <a:ext cx="319941" cy="319941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6DC8B0-E5BE-9F21-AE17-659DF81E19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912771" y="3568727"/>
            <a:ext cx="2624707" cy="2624707"/>
          </a:xfrm>
          <a:custGeom>
            <a:avLst/>
            <a:gdLst/>
            <a:ahLst/>
            <a:cxnLst/>
            <a:rect l="l" t="t" r="r" b="b"/>
            <a:pathLst>
              <a:path w="1796104" h="1796104">
                <a:moveTo>
                  <a:pt x="898052" y="0"/>
                </a:moveTo>
                <a:cubicBezTo>
                  <a:pt x="1394032" y="0"/>
                  <a:pt x="1796104" y="402072"/>
                  <a:pt x="1796104" y="898052"/>
                </a:cubicBezTo>
                <a:cubicBezTo>
                  <a:pt x="1796104" y="1394032"/>
                  <a:pt x="1394032" y="1796104"/>
                  <a:pt x="898052" y="1796104"/>
                </a:cubicBezTo>
                <a:cubicBezTo>
                  <a:pt x="402072" y="1796104"/>
                  <a:pt x="0" y="1394032"/>
                  <a:pt x="0" y="898052"/>
                </a:cubicBezTo>
                <a:cubicBezTo>
                  <a:pt x="0" y="402072"/>
                  <a:pt x="402072" y="0"/>
                  <a:pt x="898052" y="0"/>
                </a:cubicBezTo>
                <a:close/>
              </a:path>
            </a:pathLst>
          </a:custGeom>
        </p:spPr>
      </p:pic>
      <p:grpSp>
        <p:nvGrpSpPr>
          <p:cNvPr id="521" name="Graphic 185">
            <a:extLst>
              <a:ext uri="{FF2B5EF4-FFF2-40B4-BE49-F238E27FC236}">
                <a16:creationId xmlns:a16="http://schemas.microsoft.com/office/drawing/2014/main" id="{FB9739EB-7F66-433D-841F-AB3CD18700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646774" y="3988293"/>
            <a:ext cx="1054466" cy="469689"/>
            <a:chOff x="9841624" y="4115729"/>
            <a:chExt cx="602169" cy="268223"/>
          </a:xfrm>
          <a:solidFill>
            <a:schemeClr val="tx1"/>
          </a:solidFill>
        </p:grpSpPr>
        <p:sp>
          <p:nvSpPr>
            <p:cNvPr id="522" name="Freeform: Shape 111">
              <a:extLst>
                <a:ext uri="{FF2B5EF4-FFF2-40B4-BE49-F238E27FC236}">
                  <a16:creationId xmlns:a16="http://schemas.microsoft.com/office/drawing/2014/main" id="{104F2BBD-A005-4DCB-9566-F2351050BE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3" name="Freeform: Shape 112">
              <a:extLst>
                <a:ext uri="{FF2B5EF4-FFF2-40B4-BE49-F238E27FC236}">
                  <a16:creationId xmlns:a16="http://schemas.microsoft.com/office/drawing/2014/main" id="{8B00DEC7-198B-49D1-98FD-018F3ECFCF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4" name="Freeform: Shape 113">
              <a:extLst>
                <a:ext uri="{FF2B5EF4-FFF2-40B4-BE49-F238E27FC236}">
                  <a16:creationId xmlns:a16="http://schemas.microsoft.com/office/drawing/2014/main" id="{F14DFC82-B3B3-468E-91B3-1302CFC684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5" name="Freeform: Shape 114">
              <a:extLst>
                <a:ext uri="{FF2B5EF4-FFF2-40B4-BE49-F238E27FC236}">
                  <a16:creationId xmlns:a16="http://schemas.microsoft.com/office/drawing/2014/main" id="{D3250EFE-214E-4B8E-AF96-036A514FFB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6" name="Freeform: Shape 115">
              <a:extLst>
                <a:ext uri="{FF2B5EF4-FFF2-40B4-BE49-F238E27FC236}">
                  <a16:creationId xmlns:a16="http://schemas.microsoft.com/office/drawing/2014/main" id="{AD058EBE-D4A5-4C43-B170-6A451F87A7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527" name="Oval 526">
            <a:extLst>
              <a:ext uri="{FF2B5EF4-FFF2-40B4-BE49-F238E27FC236}">
                <a16:creationId xmlns:a16="http://schemas.microsoft.com/office/drawing/2014/main" id="{EF393BEB-3073-4C8D-92C5-40B7048424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85735" y="4917084"/>
            <a:ext cx="319941" cy="319941"/>
          </a:xfrm>
          <a:prstGeom prst="ellipse">
            <a:avLst/>
          </a:prstGeom>
          <a:solidFill>
            <a:schemeClr val="accent3">
              <a:alpha val="2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529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BD5B9-F903-CB3A-89EC-505223CE4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Desciption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A93EA8-52D5-3C00-C9B8-1A32234D24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/>
              <a:t>Lokale hub</a:t>
            </a:r>
          </a:p>
          <a:p>
            <a:r>
              <a:rPr lang="nl-BE" dirty="0"/>
              <a:t>Meer privacy</a:t>
            </a:r>
          </a:p>
          <a:p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0057035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F2FD1-1EFC-D593-5FDB-A0EBF49D5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6EC002-9543-6225-0B05-39C12FD415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5964422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FF1C8-C2B0-CD0C-070E-C7B2DE4D3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41B48B-B2B8-11E1-032A-E706D4C95F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24756728"/>
      </p:ext>
    </p:extLst>
  </p:cSld>
  <p:clrMapOvr>
    <a:masterClrMapping/>
  </p:clrMapOvr>
</p:sld>
</file>

<file path=ppt/theme/theme1.xml><?xml version="1.0" encoding="utf-8"?>
<a:theme xmlns:a="http://schemas.openxmlformats.org/drawingml/2006/main" name="FunkyShapesDarkVTI">
  <a:themeElements>
    <a:clrScheme name="Custom 4">
      <a:dk1>
        <a:srgbClr val="FFFFFF"/>
      </a:dk1>
      <a:lt1>
        <a:srgbClr val="000000"/>
      </a:lt1>
      <a:dk2>
        <a:srgbClr val="F3FFF8"/>
      </a:dk2>
      <a:lt2>
        <a:srgbClr val="2D2D2D"/>
      </a:lt2>
      <a:accent1>
        <a:srgbClr val="FF80BD"/>
      </a:accent1>
      <a:accent2>
        <a:srgbClr val="1EB9D3"/>
      </a:accent2>
      <a:accent3>
        <a:srgbClr val="21C46B"/>
      </a:accent3>
      <a:accent4>
        <a:srgbClr val="EA9600"/>
      </a:accent4>
      <a:accent5>
        <a:srgbClr val="F43B56"/>
      </a:accent5>
      <a:accent6>
        <a:srgbClr val="4B56E8"/>
      </a:accent6>
      <a:hlink>
        <a:srgbClr val="8F61FF"/>
      </a:hlink>
      <a:folHlink>
        <a:srgbClr val="F900A0"/>
      </a:folHlink>
    </a:clrScheme>
    <a:fontScheme name="Source Sans Pro">
      <a:majorFont>
        <a:latin typeface="Source Sans Pro"/>
        <a:ea typeface=""/>
        <a:cs typeface=""/>
      </a:majorFont>
      <a:minorFont>
        <a:latin typeface="Source Sans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unkyShapesDarkVTI" id="{84637DF0-7D2D-4F20-816C-4D6C45F3FAF2}" vid="{0EF594EE-C33F-480F-80E7-D4F74C1C30E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15</Words>
  <Application>Microsoft Office PowerPoint</Application>
  <PresentationFormat>Widescreen</PresentationFormat>
  <Paragraphs>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Source Sans Pro</vt:lpstr>
      <vt:lpstr>FunkyShapesDarkVTI</vt:lpstr>
      <vt:lpstr>PE1 – Shelly Hub</vt:lpstr>
      <vt:lpstr>Desciption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Toon Dergent</dc:creator>
  <cp:lastModifiedBy>Toon Dergent</cp:lastModifiedBy>
  <cp:revision>1</cp:revision>
  <dcterms:created xsi:type="dcterms:W3CDTF">2026-05-20T07:56:59Z</dcterms:created>
  <dcterms:modified xsi:type="dcterms:W3CDTF">2026-05-24T10:03:25Z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c337be75-dfbb-4261-9834-ac247c7dde13_Enabled">
    <vt:lpwstr>true</vt:lpwstr>
  </property>
  <property fmtid="{D5CDD505-2E9C-101B-9397-08002B2CF9AE}" pid="3" name="MSIP_Label_c337be75-dfbb-4261-9834-ac247c7dde13_SetDate">
    <vt:lpwstr>2026-05-20T07:57:09Z</vt:lpwstr>
  </property>
  <property fmtid="{D5CDD505-2E9C-101B-9397-08002B2CF9AE}" pid="4" name="MSIP_Label_c337be75-dfbb-4261-9834-ac247c7dde13_Method">
    <vt:lpwstr>Standard</vt:lpwstr>
  </property>
  <property fmtid="{D5CDD505-2E9C-101B-9397-08002B2CF9AE}" pid="5" name="MSIP_Label_c337be75-dfbb-4261-9834-ac247c7dde13_Name">
    <vt:lpwstr>Algemeen</vt:lpwstr>
  </property>
  <property fmtid="{D5CDD505-2E9C-101B-9397-08002B2CF9AE}" pid="6" name="MSIP_Label_c337be75-dfbb-4261-9834-ac247c7dde13_SiteId">
    <vt:lpwstr>77d33cc5-c9b4-4766-95c7-ed5b515e1cce</vt:lpwstr>
  </property>
  <property fmtid="{D5CDD505-2E9C-101B-9397-08002B2CF9AE}" pid="7" name="MSIP_Label_c337be75-dfbb-4261-9834-ac247c7dde13_ActionId">
    <vt:lpwstr>2849d78d-ed84-431f-9eab-caedefc8c76a</vt:lpwstr>
  </property>
  <property fmtid="{D5CDD505-2E9C-101B-9397-08002B2CF9AE}" pid="8" name="MSIP_Label_c337be75-dfbb-4261-9834-ac247c7dde13_ContentBits">
    <vt:lpwstr>0</vt:lpwstr>
  </property>
  <property fmtid="{D5CDD505-2E9C-101B-9397-08002B2CF9AE}" pid="9" name="MSIP_Label_c337be75-dfbb-4261-9834-ac247c7dde13_Tag">
    <vt:lpwstr>10, 3, 0, 1</vt:lpwstr>
  </property>
</Properties>
</file>