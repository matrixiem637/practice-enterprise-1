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1"/>
  </p:sldMasterIdLst>
  <p:notesMasterIdLst>
    <p:notesMasterId r:id="rId14"/>
  </p:notesMasterIdLst>
  <p:sldIdLst>
    <p:sldId id="256" r:id="rId2"/>
    <p:sldId id="257" r:id="rId3"/>
    <p:sldId id="258" r:id="rId4"/>
    <p:sldId id="264" r:id="rId5"/>
    <p:sldId id="261" r:id="rId6"/>
    <p:sldId id="262" r:id="rId7"/>
    <p:sldId id="268" r:id="rId8"/>
    <p:sldId id="269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B9E57-98F5-43E5-9D6D-CFA6271EB1BA}" v="179" dt="2026-05-24T14:51:43.864"/>
    <p1510:client id="{714CDBB9-6134-42BB-B228-917B28EDE7AD}" v="2543" dt="2026-05-24T15:42:38.5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93" autoAdjust="0"/>
    <p:restoredTop sz="83822" autoAdjust="0"/>
  </p:normalViewPr>
  <p:slideViewPr>
    <p:cSldViewPr snapToGrid="0">
      <p:cViewPr>
        <p:scale>
          <a:sx n="60" d="100"/>
          <a:sy n="60" d="100"/>
        </p:scale>
        <p:origin x="1080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on Dergent" userId="9cfdfa7a-c8f0-4020-9307-91f8354f3f6b" providerId="ADAL" clId="{2A64CEAC-3320-4639-96BD-CFB820E957F9}"/>
    <pc:docChg chg="undo custSel mod addSld delSld modSld sldOrd addMainMaster delMainMaster">
      <pc:chgData name="Toon Dergent" userId="9cfdfa7a-c8f0-4020-9307-91f8354f3f6b" providerId="ADAL" clId="{2A64CEAC-3320-4639-96BD-CFB820E957F9}" dt="2026-05-24T14:51:43.864" v="1050" actId="15"/>
      <pc:docMkLst>
        <pc:docMk/>
      </pc:docMkLst>
      <pc:sldChg chg="addSp delSp modSp new mod setBg modClrScheme modAnim chgLayout">
        <pc:chgData name="Toon Dergent" userId="9cfdfa7a-c8f0-4020-9307-91f8354f3f6b" providerId="ADAL" clId="{2A64CEAC-3320-4639-96BD-CFB820E957F9}" dt="2026-05-23T09:34:56.930" v="75"/>
        <pc:sldMkLst>
          <pc:docMk/>
          <pc:sldMk cId="3939529770" sldId="256"/>
        </pc:sldMkLst>
        <pc:spChg chg="mod">
          <ac:chgData name="Toon Dergent" userId="9cfdfa7a-c8f0-4020-9307-91f8354f3f6b" providerId="ADAL" clId="{2A64CEAC-3320-4639-96BD-CFB820E957F9}" dt="2026-05-23T09:34:43.647" v="72" actId="26606"/>
          <ac:spMkLst>
            <pc:docMk/>
            <pc:sldMk cId="3939529770" sldId="256"/>
            <ac:spMk id="2" creationId="{97B206B6-2BAC-6A10-83F3-9CCFF1958C8A}"/>
          </ac:spMkLst>
        </pc:spChg>
        <pc:spChg chg="mod">
          <ac:chgData name="Toon Dergent" userId="9cfdfa7a-c8f0-4020-9307-91f8354f3f6b" providerId="ADAL" clId="{2A64CEAC-3320-4639-96BD-CFB820E957F9}" dt="2026-05-23T09:34:43.658" v="73" actId="26606"/>
          <ac:spMkLst>
            <pc:docMk/>
            <pc:sldMk cId="3939529770" sldId="256"/>
            <ac:spMk id="3" creationId="{D4194A17-D7EE-622D-E2B6-90A87A8A9E2B}"/>
          </ac:spMkLst>
        </pc:spChg>
        <pc:spChg chg="del">
          <ac:chgData name="Toon Dergent" userId="9cfdfa7a-c8f0-4020-9307-91f8354f3f6b" providerId="ADAL" clId="{2A64CEAC-3320-4639-96BD-CFB820E957F9}" dt="2026-05-23T09:31:25.372" v="46" actId="26606"/>
          <ac:spMkLst>
            <pc:docMk/>
            <pc:sldMk cId="3939529770" sldId="256"/>
            <ac:spMk id="23" creationId="{CFD1D2CD-954D-4C4D-B505-05EAD159B230}"/>
          </ac:spMkLst>
        </pc:spChg>
        <pc:spChg chg="add del">
          <ac:chgData name="Toon Dergent" userId="9cfdfa7a-c8f0-4020-9307-91f8354f3f6b" providerId="ADAL" clId="{2A64CEAC-3320-4639-96BD-CFB820E957F9}" dt="2026-05-23T09:31:37.336" v="53" actId="26606"/>
          <ac:spMkLst>
            <pc:docMk/>
            <pc:sldMk cId="3939529770" sldId="256"/>
            <ac:spMk id="30" creationId="{70105F5E-5B61-4F51-927C-5B28DB7DD9BB}"/>
          </ac:spMkLst>
        </pc:spChg>
        <pc:spChg chg="add del">
          <ac:chgData name="Toon Dergent" userId="9cfdfa7a-c8f0-4020-9307-91f8354f3f6b" providerId="ADAL" clId="{2A64CEAC-3320-4639-96BD-CFB820E957F9}" dt="2026-05-23T09:31:37.336" v="53" actId="26606"/>
          <ac:spMkLst>
            <pc:docMk/>
            <pc:sldMk cId="3939529770" sldId="256"/>
            <ac:spMk id="32" creationId="{5882C1C4-D961-459C-91C5-334ABD6E63EA}"/>
          </ac:spMkLst>
        </pc:spChg>
        <pc:spChg chg="add del">
          <ac:chgData name="Toon Dergent" userId="9cfdfa7a-c8f0-4020-9307-91f8354f3f6b" providerId="ADAL" clId="{2A64CEAC-3320-4639-96BD-CFB820E957F9}" dt="2026-05-23T09:31:37.336" v="53" actId="26606"/>
          <ac:spMkLst>
            <pc:docMk/>
            <pc:sldMk cId="3939529770" sldId="256"/>
            <ac:spMk id="34" creationId="{A7B8B125-A98E-403C-9A7F-494FF789C26E}"/>
          </ac:spMkLst>
        </pc:spChg>
        <pc:spChg chg="add del">
          <ac:chgData name="Toon Dergent" userId="9cfdfa7a-c8f0-4020-9307-91f8354f3f6b" providerId="ADAL" clId="{2A64CEAC-3320-4639-96BD-CFB820E957F9}" dt="2026-05-23T09:31:36.282" v="50" actId="26606"/>
          <ac:spMkLst>
            <pc:docMk/>
            <pc:sldMk cId="3939529770" sldId="256"/>
            <ac:spMk id="41" creationId="{4D90D76C-184F-4A96-8FE8-1114F8EE1F56}"/>
          </ac:spMkLst>
        </pc:spChg>
        <pc:spChg chg="add del">
          <ac:chgData name="Toon Dergent" userId="9cfdfa7a-c8f0-4020-9307-91f8354f3f6b" providerId="ADAL" clId="{2A64CEAC-3320-4639-96BD-CFB820E957F9}" dt="2026-05-23T09:31:36.282" v="50" actId="26606"/>
          <ac:spMkLst>
            <pc:docMk/>
            <pc:sldMk cId="3939529770" sldId="256"/>
            <ac:spMk id="43" creationId="{2F9DE355-E8A7-498B-A6A0-54D03B953F89}"/>
          </ac:spMkLst>
        </pc:spChg>
        <pc:spChg chg="add del">
          <ac:chgData name="Toon Dergent" userId="9cfdfa7a-c8f0-4020-9307-91f8354f3f6b" providerId="ADAL" clId="{2A64CEAC-3320-4639-96BD-CFB820E957F9}" dt="2026-05-23T09:31:37.312" v="52" actId="26606"/>
          <ac:spMkLst>
            <pc:docMk/>
            <pc:sldMk cId="3939529770" sldId="256"/>
            <ac:spMk id="45" creationId="{EE5D2B4A-3399-4CCF-A171-7F8B1BF54596}"/>
          </ac:spMkLst>
        </pc:spChg>
        <pc:spChg chg="add del">
          <ac:chgData name="Toon Dergent" userId="9cfdfa7a-c8f0-4020-9307-91f8354f3f6b" providerId="ADAL" clId="{2A64CEAC-3320-4639-96BD-CFB820E957F9}" dt="2026-05-23T09:31:37.312" v="52" actId="26606"/>
          <ac:spMkLst>
            <pc:docMk/>
            <pc:sldMk cId="3939529770" sldId="256"/>
            <ac:spMk id="51" creationId="{BB57D892-A065-4003-93F3-65AB1A248371}"/>
          </ac:spMkLst>
        </pc:spChg>
        <pc:spChg chg="add del">
          <ac:chgData name="Toon Dergent" userId="9cfdfa7a-c8f0-4020-9307-91f8354f3f6b" providerId="ADAL" clId="{2A64CEAC-3320-4639-96BD-CFB820E957F9}" dt="2026-05-23T09:31:37.312" v="52" actId="26606"/>
          <ac:spMkLst>
            <pc:docMk/>
            <pc:sldMk cId="3939529770" sldId="256"/>
            <ac:spMk id="53" creationId="{985AAE23-FCB6-4663-907C-0110B0FDC58E}"/>
          </ac:spMkLst>
        </pc:spChg>
        <pc:spChg chg="add del">
          <ac:chgData name="Toon Dergent" userId="9cfdfa7a-c8f0-4020-9307-91f8354f3f6b" providerId="ADAL" clId="{2A64CEAC-3320-4639-96BD-CFB820E957F9}" dt="2026-05-23T09:31:37.312" v="52" actId="26606"/>
          <ac:spMkLst>
            <pc:docMk/>
            <pc:sldMk cId="3939529770" sldId="256"/>
            <ac:spMk id="55" creationId="{BEA1DA1C-6CE0-4AE4-918F-CC0E685C5F0F}"/>
          </ac:spMkLst>
        </pc:spChg>
        <pc:spChg chg="add del">
          <ac:chgData name="Toon Dergent" userId="9cfdfa7a-c8f0-4020-9307-91f8354f3f6b" providerId="ADAL" clId="{2A64CEAC-3320-4639-96BD-CFB820E957F9}" dt="2026-05-23T09:31:37.312" v="52" actId="26606"/>
          <ac:spMkLst>
            <pc:docMk/>
            <pc:sldMk cId="3939529770" sldId="256"/>
            <ac:spMk id="59" creationId="{9BCBF7BE-192C-47B7-816B-8213C256E8AB}"/>
          </ac:spMkLst>
        </pc:spChg>
        <pc:spChg chg="add del">
          <ac:chgData name="Toon Dergent" userId="9cfdfa7a-c8f0-4020-9307-91f8354f3f6b" providerId="ADAL" clId="{2A64CEAC-3320-4639-96BD-CFB820E957F9}" dt="2026-05-23T09:32:40.616" v="57" actId="26606"/>
          <ac:spMkLst>
            <pc:docMk/>
            <pc:sldMk cId="3939529770" sldId="256"/>
            <ac:spMk id="61" creationId="{4D90D76C-184F-4A96-8FE8-1114F8EE1F56}"/>
          </ac:spMkLst>
        </pc:spChg>
        <pc:spChg chg="add del">
          <ac:chgData name="Toon Dergent" userId="9cfdfa7a-c8f0-4020-9307-91f8354f3f6b" providerId="ADAL" clId="{2A64CEAC-3320-4639-96BD-CFB820E957F9}" dt="2026-05-23T09:32:40.616" v="57" actId="26606"/>
          <ac:spMkLst>
            <pc:docMk/>
            <pc:sldMk cId="3939529770" sldId="256"/>
            <ac:spMk id="62" creationId="{2F9DE355-E8A7-498B-A6A0-54D03B953F89}"/>
          </ac:spMkLst>
        </pc:spChg>
        <pc:spChg chg="add del">
          <ac:chgData name="Toon Dergent" userId="9cfdfa7a-c8f0-4020-9307-91f8354f3f6b" providerId="ADAL" clId="{2A64CEAC-3320-4639-96BD-CFB820E957F9}" dt="2026-05-23T09:34:43.658" v="73" actId="26606"/>
          <ac:spMkLst>
            <pc:docMk/>
            <pc:sldMk cId="3939529770" sldId="256"/>
            <ac:spMk id="67" creationId="{8B646C36-EEEC-4D52-8E8E-206F4CD8A3DA}"/>
          </ac:spMkLst>
        </pc:spChg>
        <pc:spChg chg="add del">
          <ac:chgData name="Toon Dergent" userId="9cfdfa7a-c8f0-4020-9307-91f8354f3f6b" providerId="ADAL" clId="{2A64CEAC-3320-4639-96BD-CFB820E957F9}" dt="2026-05-23T09:34:43.658" v="73" actId="26606"/>
          <ac:spMkLst>
            <pc:docMk/>
            <pc:sldMk cId="3939529770" sldId="256"/>
            <ac:spMk id="73" creationId="{D6CA2F4C-8E9E-4BCD-B6E8-A68A311CA651}"/>
          </ac:spMkLst>
        </pc:spChg>
        <pc:spChg chg="add del">
          <ac:chgData name="Toon Dergent" userId="9cfdfa7a-c8f0-4020-9307-91f8354f3f6b" providerId="ADAL" clId="{2A64CEAC-3320-4639-96BD-CFB820E957F9}" dt="2026-05-23T09:34:43.658" v="73" actId="26606"/>
          <ac:spMkLst>
            <pc:docMk/>
            <pc:sldMk cId="3939529770" sldId="256"/>
            <ac:spMk id="75" creationId="{4FB204DF-284E-45F6-A017-79A4DF57BCCB}"/>
          </ac:spMkLst>
        </pc:spChg>
        <pc:spChg chg="add del">
          <ac:chgData name="Toon Dergent" userId="9cfdfa7a-c8f0-4020-9307-91f8354f3f6b" providerId="ADAL" clId="{2A64CEAC-3320-4639-96BD-CFB820E957F9}" dt="2026-05-23T09:34:43.658" v="73" actId="26606"/>
          <ac:spMkLst>
            <pc:docMk/>
            <pc:sldMk cId="3939529770" sldId="256"/>
            <ac:spMk id="77" creationId="{96FD6442-EB7D-4992-8D41-0B7FFDCB43E1}"/>
          </ac:spMkLst>
        </pc:spChg>
        <pc:spChg chg="add del">
          <ac:chgData name="Toon Dergent" userId="9cfdfa7a-c8f0-4020-9307-91f8354f3f6b" providerId="ADAL" clId="{2A64CEAC-3320-4639-96BD-CFB820E957F9}" dt="2026-05-23T09:34:43.658" v="73" actId="26606"/>
          <ac:spMkLst>
            <pc:docMk/>
            <pc:sldMk cId="3939529770" sldId="256"/>
            <ac:spMk id="86" creationId="{4D1A5E71-B6B6-486A-8CDC-C7ABD9B903F6}"/>
          </ac:spMkLst>
        </pc:spChg>
        <pc:spChg chg="add del">
          <ac:chgData name="Toon Dergent" userId="9cfdfa7a-c8f0-4020-9307-91f8354f3f6b" providerId="ADAL" clId="{2A64CEAC-3320-4639-96BD-CFB820E957F9}" dt="2026-05-23T09:34:43.647" v="72" actId="26606"/>
          <ac:spMkLst>
            <pc:docMk/>
            <pc:sldMk cId="3939529770" sldId="256"/>
            <ac:spMk id="88" creationId="{6004781B-698F-46D5-AADD-8AE9211719D8}"/>
          </ac:spMkLst>
        </pc:spChg>
        <pc:spChg chg="add del">
          <ac:chgData name="Toon Dergent" userId="9cfdfa7a-c8f0-4020-9307-91f8354f3f6b" providerId="ADAL" clId="{2A64CEAC-3320-4639-96BD-CFB820E957F9}" dt="2026-05-23T09:34:37.357" v="64" actId="26606"/>
          <ac:spMkLst>
            <pc:docMk/>
            <pc:sldMk cId="3939529770" sldId="256"/>
            <ac:spMk id="95" creationId="{D9DFE8A5-DCEC-4A43-B613-D62AC8C5734F}"/>
          </ac:spMkLst>
        </pc:spChg>
        <pc:spChg chg="add del">
          <ac:chgData name="Toon Dergent" userId="9cfdfa7a-c8f0-4020-9307-91f8354f3f6b" providerId="ADAL" clId="{2A64CEAC-3320-4639-96BD-CFB820E957F9}" dt="2026-05-23T09:34:37.357" v="64" actId="26606"/>
          <ac:spMkLst>
            <pc:docMk/>
            <pc:sldMk cId="3939529770" sldId="256"/>
            <ac:spMk id="99" creationId="{26B7664A-BE61-4A65-B937-A31E08B8B9AD}"/>
          </ac:spMkLst>
        </pc:spChg>
        <pc:spChg chg="add del">
          <ac:chgData name="Toon Dergent" userId="9cfdfa7a-c8f0-4020-9307-91f8354f3f6b" providerId="ADAL" clId="{2A64CEAC-3320-4639-96BD-CFB820E957F9}" dt="2026-05-23T09:34:37.357" v="64" actId="26606"/>
          <ac:spMkLst>
            <pc:docMk/>
            <pc:sldMk cId="3939529770" sldId="256"/>
            <ac:spMk id="105" creationId="{279CAF82-0ECF-42BE-8F37-F71941E5D410}"/>
          </ac:spMkLst>
        </pc:spChg>
        <pc:spChg chg="add del">
          <ac:chgData name="Toon Dergent" userId="9cfdfa7a-c8f0-4020-9307-91f8354f3f6b" providerId="ADAL" clId="{2A64CEAC-3320-4639-96BD-CFB820E957F9}" dt="2026-05-23T09:34:37.357" v="64" actId="26606"/>
          <ac:spMkLst>
            <pc:docMk/>
            <pc:sldMk cId="3939529770" sldId="256"/>
            <ac:spMk id="107" creationId="{AB3A9BF2-EC6B-40C7-9583-802D0A6CFA41}"/>
          </ac:spMkLst>
        </pc:spChg>
        <pc:spChg chg="add del">
          <ac:chgData name="Toon Dergent" userId="9cfdfa7a-c8f0-4020-9307-91f8354f3f6b" providerId="ADAL" clId="{2A64CEAC-3320-4639-96BD-CFB820E957F9}" dt="2026-05-23T09:34:37.357" v="64" actId="26606"/>
          <ac:spMkLst>
            <pc:docMk/>
            <pc:sldMk cId="3939529770" sldId="256"/>
            <ac:spMk id="109" creationId="{033BC44A-0661-43B4-9C14-FD5963C226AE}"/>
          </ac:spMkLst>
        </pc:spChg>
        <pc:spChg chg="add del">
          <ac:chgData name="Toon Dergent" userId="9cfdfa7a-c8f0-4020-9307-91f8354f3f6b" providerId="ADAL" clId="{2A64CEAC-3320-4639-96BD-CFB820E957F9}" dt="2026-05-23T09:34:37.357" v="64" actId="26606"/>
          <ac:spMkLst>
            <pc:docMk/>
            <pc:sldMk cId="3939529770" sldId="256"/>
            <ac:spMk id="118" creationId="{EF393BEB-3073-4C8D-92C5-40B70484248E}"/>
          </ac:spMkLst>
        </pc:spChg>
        <pc:spChg chg="del">
          <ac:chgData name="Toon Dergent" userId="9cfdfa7a-c8f0-4020-9307-91f8354f3f6b" providerId="ADAL" clId="{2A64CEAC-3320-4639-96BD-CFB820E957F9}" dt="2026-05-23T09:34:38.611" v="66" actId="26606"/>
          <ac:spMkLst>
            <pc:docMk/>
            <pc:sldMk cId="3939529770" sldId="256"/>
            <ac:spMk id="121" creationId="{9E1E8E98-1EF5-4EA7-9779-FC852B6479D5}"/>
          </ac:spMkLst>
        </pc:spChg>
        <pc:spChg chg="add">
          <ac:chgData name="Toon Dergent" userId="9cfdfa7a-c8f0-4020-9307-91f8354f3f6b" providerId="ADAL" clId="{2A64CEAC-3320-4639-96BD-CFB820E957F9}" dt="2026-05-23T09:34:37.366" v="65" actId="26606"/>
          <ac:spMkLst>
            <pc:docMk/>
            <pc:sldMk cId="3939529770" sldId="256"/>
            <ac:spMk id="122" creationId="{13C7BC70-770F-4258-A4F8-64CCB1E685C2}"/>
          </ac:spMkLst>
        </pc:spChg>
        <pc:spChg chg="add">
          <ac:chgData name="Toon Dergent" userId="9cfdfa7a-c8f0-4020-9307-91f8354f3f6b" providerId="ADAL" clId="{2A64CEAC-3320-4639-96BD-CFB820E957F9}" dt="2026-05-23T09:34:37.366" v="65" actId="26606"/>
          <ac:spMkLst>
            <pc:docMk/>
            <pc:sldMk cId="3939529770" sldId="256"/>
            <ac:spMk id="123" creationId="{443C8D50-F22F-42D4-BC69-1868B361070B}"/>
          </ac:spMkLst>
        </pc:spChg>
        <pc:spChg chg="add del">
          <ac:chgData name="Toon Dergent" userId="9cfdfa7a-c8f0-4020-9307-91f8354f3f6b" providerId="ADAL" clId="{2A64CEAC-3320-4639-96BD-CFB820E957F9}" dt="2026-05-23T09:34:38.611" v="66" actId="26606"/>
          <ac:spMkLst>
            <pc:docMk/>
            <pc:sldMk cId="3939529770" sldId="256"/>
            <ac:spMk id="124" creationId="{0D98C4EB-C309-430B-ADD1-3D151CFF1484}"/>
          </ac:spMkLst>
        </pc:spChg>
        <pc:spChg chg="add">
          <ac:chgData name="Toon Dergent" userId="9cfdfa7a-c8f0-4020-9307-91f8354f3f6b" providerId="ADAL" clId="{2A64CEAC-3320-4639-96BD-CFB820E957F9}" dt="2026-05-23T09:34:37.366" v="65" actId="26606"/>
          <ac:spMkLst>
            <pc:docMk/>
            <pc:sldMk cId="3939529770" sldId="256"/>
            <ac:spMk id="125" creationId="{E4CDECD4-37CA-4368-8A5E-316BEADBABC5}"/>
          </ac:spMkLst>
        </pc:spChg>
        <pc:spChg chg="add del">
          <ac:chgData name="Toon Dergent" userId="9cfdfa7a-c8f0-4020-9307-91f8354f3f6b" providerId="ADAL" clId="{2A64CEAC-3320-4639-96BD-CFB820E957F9}" dt="2026-05-23T09:34:38.611" v="66" actId="26606"/>
          <ac:spMkLst>
            <pc:docMk/>
            <pc:sldMk cId="3939529770" sldId="256"/>
            <ac:spMk id="126" creationId="{BA908DB5-D2AC-40C5-8925-2F4AEB2A3E6B}"/>
          </ac:spMkLst>
        </pc:spChg>
        <pc:spChg chg="del">
          <ac:chgData name="Toon Dergent" userId="9cfdfa7a-c8f0-4020-9307-91f8354f3f6b" providerId="ADAL" clId="{2A64CEAC-3320-4639-96BD-CFB820E957F9}" dt="2026-05-23T09:34:38.611" v="66" actId="26606"/>
          <ac:spMkLst>
            <pc:docMk/>
            <pc:sldMk cId="3939529770" sldId="256"/>
            <ac:spMk id="127" creationId="{9BEFC329-390D-4211-900A-C2BE740A10E4}"/>
          </ac:spMkLst>
        </pc:spChg>
        <pc:spChg chg="del">
          <ac:chgData name="Toon Dergent" userId="9cfdfa7a-c8f0-4020-9307-91f8354f3f6b" providerId="ADAL" clId="{2A64CEAC-3320-4639-96BD-CFB820E957F9}" dt="2026-05-23T09:34:38.611" v="66" actId="26606"/>
          <ac:spMkLst>
            <pc:docMk/>
            <pc:sldMk cId="3939529770" sldId="256"/>
            <ac:spMk id="128" creationId="{6F8E09E8-75E6-414F-95D9-B1B5FC046CF5}"/>
          </ac:spMkLst>
        </pc:spChg>
        <pc:spChg chg="add del">
          <ac:chgData name="Toon Dergent" userId="9cfdfa7a-c8f0-4020-9307-91f8354f3f6b" providerId="ADAL" clId="{2A64CEAC-3320-4639-96BD-CFB820E957F9}" dt="2026-05-23T09:34:38.611" v="66" actId="26606"/>
          <ac:spMkLst>
            <pc:docMk/>
            <pc:sldMk cId="3939529770" sldId="256"/>
            <ac:spMk id="130" creationId="{35737EF8-46F2-4634-8920-7C685947648D}"/>
          </ac:spMkLst>
        </pc:spChg>
        <pc:spChg chg="add">
          <ac:chgData name="Toon Dergent" userId="9cfdfa7a-c8f0-4020-9307-91f8354f3f6b" providerId="ADAL" clId="{2A64CEAC-3320-4639-96BD-CFB820E957F9}" dt="2026-05-23T09:34:37.366" v="65" actId="26606"/>
          <ac:spMkLst>
            <pc:docMk/>
            <pc:sldMk cId="3939529770" sldId="256"/>
            <ac:spMk id="131" creationId="{64EB93BA-EB5D-452E-A473-559C639AC718}"/>
          </ac:spMkLst>
        </pc:spChg>
        <pc:spChg chg="add del">
          <ac:chgData name="Toon Dergent" userId="9cfdfa7a-c8f0-4020-9307-91f8354f3f6b" providerId="ADAL" clId="{2A64CEAC-3320-4639-96BD-CFB820E957F9}" dt="2026-05-23T09:34:40.127" v="68" actId="26606"/>
          <ac:spMkLst>
            <pc:docMk/>
            <pc:sldMk cId="3939529770" sldId="256"/>
            <ac:spMk id="448" creationId="{489B7BFD-8F45-4093-AD9C-91B15B0503D9}"/>
          </ac:spMkLst>
        </pc:spChg>
        <pc:spChg chg="add del">
          <ac:chgData name="Toon Dergent" userId="9cfdfa7a-c8f0-4020-9307-91f8354f3f6b" providerId="ADAL" clId="{2A64CEAC-3320-4639-96BD-CFB820E957F9}" dt="2026-05-23T09:34:41.466" v="70" actId="26606"/>
          <ac:spMkLst>
            <pc:docMk/>
            <pc:sldMk cId="3939529770" sldId="256"/>
            <ac:spMk id="471" creationId="{489B7BFD-8F45-4093-AD9C-91B15B0503D9}"/>
          </ac:spMkLst>
        </pc:spChg>
        <pc:spChg chg="add del">
          <ac:chgData name="Toon Dergent" userId="9cfdfa7a-c8f0-4020-9307-91f8354f3f6b" providerId="ADAL" clId="{2A64CEAC-3320-4639-96BD-CFB820E957F9}" dt="2026-05-23T09:34:41.466" v="70" actId="26606"/>
          <ac:spMkLst>
            <pc:docMk/>
            <pc:sldMk cId="3939529770" sldId="256"/>
            <ac:spMk id="473" creationId="{72ECEE41-AE0E-49F4-9DE8-04A37665A1DE}"/>
          </ac:spMkLst>
        </pc:spChg>
        <pc:spChg chg="add del">
          <ac:chgData name="Toon Dergent" userId="9cfdfa7a-c8f0-4020-9307-91f8354f3f6b" providerId="ADAL" clId="{2A64CEAC-3320-4639-96BD-CFB820E957F9}" dt="2026-05-23T09:34:41.466" v="70" actId="26606"/>
          <ac:spMkLst>
            <pc:docMk/>
            <pc:sldMk cId="3939529770" sldId="256"/>
            <ac:spMk id="474" creationId="{26B7664A-BE61-4A65-B937-A31E08B8B9AD}"/>
          </ac:spMkLst>
        </pc:spChg>
        <pc:spChg chg="add del">
          <ac:chgData name="Toon Dergent" userId="9cfdfa7a-c8f0-4020-9307-91f8354f3f6b" providerId="ADAL" clId="{2A64CEAC-3320-4639-96BD-CFB820E957F9}" dt="2026-05-23T09:34:41.466" v="70" actId="26606"/>
          <ac:spMkLst>
            <pc:docMk/>
            <pc:sldMk cId="3939529770" sldId="256"/>
            <ac:spMk id="477" creationId="{279CAF82-0ECF-42BE-8F37-F71941E5D410}"/>
          </ac:spMkLst>
        </pc:spChg>
        <pc:spChg chg="add del">
          <ac:chgData name="Toon Dergent" userId="9cfdfa7a-c8f0-4020-9307-91f8354f3f6b" providerId="ADAL" clId="{2A64CEAC-3320-4639-96BD-CFB820E957F9}" dt="2026-05-23T09:34:41.466" v="70" actId="26606"/>
          <ac:spMkLst>
            <pc:docMk/>
            <pc:sldMk cId="3939529770" sldId="256"/>
            <ac:spMk id="478" creationId="{AB3A9BF2-EC6B-40C7-9583-802D0A6CFA41}"/>
          </ac:spMkLst>
        </pc:spChg>
        <pc:spChg chg="add del">
          <ac:chgData name="Toon Dergent" userId="9cfdfa7a-c8f0-4020-9307-91f8354f3f6b" providerId="ADAL" clId="{2A64CEAC-3320-4639-96BD-CFB820E957F9}" dt="2026-05-23T09:34:41.466" v="70" actId="26606"/>
          <ac:spMkLst>
            <pc:docMk/>
            <pc:sldMk cId="3939529770" sldId="256"/>
            <ac:spMk id="479" creationId="{033BC44A-0661-43B4-9C14-FD5963C226AE}"/>
          </ac:spMkLst>
        </pc:spChg>
        <pc:spChg chg="add del">
          <ac:chgData name="Toon Dergent" userId="9cfdfa7a-c8f0-4020-9307-91f8354f3f6b" providerId="ADAL" clId="{2A64CEAC-3320-4639-96BD-CFB820E957F9}" dt="2026-05-23T09:34:41.466" v="70" actId="26606"/>
          <ac:spMkLst>
            <pc:docMk/>
            <pc:sldMk cId="3939529770" sldId="256"/>
            <ac:spMk id="486" creationId="{EF393BEB-3073-4C8D-92C5-40B70484248E}"/>
          </ac:spMkLst>
        </pc:spChg>
        <pc:spChg chg="add del">
          <ac:chgData name="Toon Dergent" userId="9cfdfa7a-c8f0-4020-9307-91f8354f3f6b" providerId="ADAL" clId="{2A64CEAC-3320-4639-96BD-CFB820E957F9}" dt="2026-05-23T09:34:43.647" v="72" actId="26606"/>
          <ac:spMkLst>
            <pc:docMk/>
            <pc:sldMk cId="3939529770" sldId="256"/>
            <ac:spMk id="488" creationId="{489B7BFD-8F45-4093-AD9C-91B15B0503D9}"/>
          </ac:spMkLst>
        </pc:spChg>
        <pc:spChg chg="add del">
          <ac:chgData name="Toon Dergent" userId="9cfdfa7a-c8f0-4020-9307-91f8354f3f6b" providerId="ADAL" clId="{2A64CEAC-3320-4639-96BD-CFB820E957F9}" dt="2026-05-23T09:34:43.647" v="72" actId="26606"/>
          <ac:spMkLst>
            <pc:docMk/>
            <pc:sldMk cId="3939529770" sldId="256"/>
            <ac:spMk id="492" creationId="{F778F7C6-A4AB-4CBC-8CC6-19DF9EE963ED}"/>
          </ac:spMkLst>
        </pc:spChg>
        <pc:spChg chg="add">
          <ac:chgData name="Toon Dergent" userId="9cfdfa7a-c8f0-4020-9307-91f8354f3f6b" providerId="ADAL" clId="{2A64CEAC-3320-4639-96BD-CFB820E957F9}" dt="2026-05-23T09:34:43.658" v="73" actId="26606"/>
          <ac:spMkLst>
            <pc:docMk/>
            <pc:sldMk cId="3939529770" sldId="256"/>
            <ac:spMk id="512" creationId="{489B7BFD-8F45-4093-AD9C-91B15B0503D9}"/>
          </ac:spMkLst>
        </pc:spChg>
        <pc:spChg chg="add">
          <ac:chgData name="Toon Dergent" userId="9cfdfa7a-c8f0-4020-9307-91f8354f3f6b" providerId="ADAL" clId="{2A64CEAC-3320-4639-96BD-CFB820E957F9}" dt="2026-05-23T09:34:43.658" v="73" actId="26606"/>
          <ac:spMkLst>
            <pc:docMk/>
            <pc:sldMk cId="3939529770" sldId="256"/>
            <ac:spMk id="513" creationId="{D9DFE8A5-DCEC-4A43-B613-D62AC8C5734F}"/>
          </ac:spMkLst>
        </pc:spChg>
        <pc:spChg chg="add">
          <ac:chgData name="Toon Dergent" userId="9cfdfa7a-c8f0-4020-9307-91f8354f3f6b" providerId="ADAL" clId="{2A64CEAC-3320-4639-96BD-CFB820E957F9}" dt="2026-05-23T09:34:43.658" v="73" actId="26606"/>
          <ac:spMkLst>
            <pc:docMk/>
            <pc:sldMk cId="3939529770" sldId="256"/>
            <ac:spMk id="514" creationId="{72ECEE41-AE0E-49F4-9DE8-04A37665A1DE}"/>
          </ac:spMkLst>
        </pc:spChg>
        <pc:spChg chg="add">
          <ac:chgData name="Toon Dergent" userId="9cfdfa7a-c8f0-4020-9307-91f8354f3f6b" providerId="ADAL" clId="{2A64CEAC-3320-4639-96BD-CFB820E957F9}" dt="2026-05-23T09:34:43.658" v="73" actId="26606"/>
          <ac:spMkLst>
            <pc:docMk/>
            <pc:sldMk cId="3939529770" sldId="256"/>
            <ac:spMk id="519" creationId="{AB3A9BF2-EC6B-40C7-9583-802D0A6CFA41}"/>
          </ac:spMkLst>
        </pc:spChg>
        <pc:picChg chg="add del mod ord">
          <ac:chgData name="Toon Dergent" userId="9cfdfa7a-c8f0-4020-9307-91f8354f3f6b" providerId="ADAL" clId="{2A64CEAC-3320-4639-96BD-CFB820E957F9}" dt="2026-05-23T09:32:29.766" v="56" actId="478"/>
          <ac:picMkLst>
            <pc:docMk/>
            <pc:sldMk cId="3939529770" sldId="256"/>
            <ac:picMk id="4" creationId="{B02839A3-6082-D2D4-624B-11345C2B949B}"/>
          </ac:picMkLst>
        </pc:picChg>
        <pc:picChg chg="add del">
          <ac:chgData name="Toon Dergent" userId="9cfdfa7a-c8f0-4020-9307-91f8354f3f6b" providerId="ADAL" clId="{2A64CEAC-3320-4639-96BD-CFB820E957F9}" dt="2026-05-23T09:33:41.711" v="58" actId="478"/>
          <ac:picMkLst>
            <pc:docMk/>
            <pc:sldMk cId="3939529770" sldId="256"/>
            <ac:picMk id="5" creationId="{C35BDA0E-E4AE-D73E-E551-82267A7E8BFA}"/>
          </ac:picMkLst>
        </pc:picChg>
        <pc:picChg chg="add mod">
          <ac:chgData name="Toon Dergent" userId="9cfdfa7a-c8f0-4020-9307-91f8354f3f6b" providerId="ADAL" clId="{2A64CEAC-3320-4639-96BD-CFB820E957F9}" dt="2026-05-23T09:33:42.066" v="60"/>
          <ac:picMkLst>
            <pc:docMk/>
            <pc:sldMk cId="3939529770" sldId="256"/>
            <ac:picMk id="7" creationId="{8C6DC8B0-E5BE-9F21-AE17-659DF81E19BB}"/>
          </ac:picMkLst>
        </pc:picChg>
        <pc:picChg chg="add mod">
          <ac:chgData name="Toon Dergent" userId="9cfdfa7a-c8f0-4020-9307-91f8354f3f6b" providerId="ADAL" clId="{2A64CEAC-3320-4639-96BD-CFB820E957F9}" dt="2026-05-23T09:34:40.127" v="68" actId="26606"/>
          <ac:picMkLst>
            <pc:docMk/>
            <pc:sldMk cId="3939529770" sldId="256"/>
            <ac:picMk id="9" creationId="{8610F286-0561-7FE7-14C8-F1C6C5F00D9F}"/>
          </ac:picMkLst>
        </pc:picChg>
        <pc:cxnChg chg="del">
          <ac:chgData name="Toon Dergent" userId="9cfdfa7a-c8f0-4020-9307-91f8354f3f6b" providerId="ADAL" clId="{2A64CEAC-3320-4639-96BD-CFB820E957F9}" dt="2026-05-23T09:31:25.372" v="46" actId="26606"/>
          <ac:cxnSpMkLst>
            <pc:docMk/>
            <pc:sldMk cId="3939529770" sldId="256"/>
            <ac:cxnSpMk id="25" creationId="{A2D508B3-A66C-833E-D929-8DC211635676}"/>
          </ac:cxnSpMkLst>
        </pc:cxnChg>
        <pc:cxnChg chg="add del">
          <ac:chgData name="Toon Dergent" userId="9cfdfa7a-c8f0-4020-9307-91f8354f3f6b" providerId="ADAL" clId="{2A64CEAC-3320-4639-96BD-CFB820E957F9}" dt="2026-05-23T09:31:37.336" v="53" actId="26606"/>
          <ac:cxnSpMkLst>
            <pc:docMk/>
            <pc:sldMk cId="3939529770" sldId="256"/>
            <ac:cxnSpMk id="36" creationId="{20B1C5DD-CB08-4407-9D12-CC2C42B047A7}"/>
          </ac:cxnSpMkLst>
        </pc:cxnChg>
      </pc:sldChg>
      <pc:sldChg chg="addSp delSp modSp new mod setBg">
        <pc:chgData name="Toon Dergent" userId="9cfdfa7a-c8f0-4020-9307-91f8354f3f6b" providerId="ADAL" clId="{2A64CEAC-3320-4639-96BD-CFB820E957F9}" dt="2026-05-24T11:36:38.808" v="201" actId="26606"/>
        <pc:sldMkLst>
          <pc:docMk/>
          <pc:sldMk cId="1005703551" sldId="257"/>
        </pc:sldMkLst>
        <pc:spChg chg="mod">
          <ac:chgData name="Toon Dergent" userId="9cfdfa7a-c8f0-4020-9307-91f8354f3f6b" providerId="ADAL" clId="{2A64CEAC-3320-4639-96BD-CFB820E957F9}" dt="2026-05-24T11:36:38.808" v="201" actId="26606"/>
          <ac:spMkLst>
            <pc:docMk/>
            <pc:sldMk cId="1005703551" sldId="257"/>
            <ac:spMk id="2" creationId="{50ABD5B9-F903-CB3A-89EC-505223CE443F}"/>
          </ac:spMkLst>
        </pc:spChg>
        <pc:spChg chg="mod ord">
          <ac:chgData name="Toon Dergent" userId="9cfdfa7a-c8f0-4020-9307-91f8354f3f6b" providerId="ADAL" clId="{2A64CEAC-3320-4639-96BD-CFB820E957F9}" dt="2026-05-24T11:36:38.808" v="201" actId="26606"/>
          <ac:spMkLst>
            <pc:docMk/>
            <pc:sldMk cId="1005703551" sldId="257"/>
            <ac:spMk id="3" creationId="{E8A93EA8-52D5-3C00-C9B8-1A32234D242A}"/>
          </ac:spMkLst>
        </pc:spChg>
        <pc:spChg chg="add">
          <ac:chgData name="Toon Dergent" userId="9cfdfa7a-c8f0-4020-9307-91f8354f3f6b" providerId="ADAL" clId="{2A64CEAC-3320-4639-96BD-CFB820E957F9}" dt="2026-05-24T11:36:38.808" v="201" actId="26606"/>
          <ac:spMkLst>
            <pc:docMk/>
            <pc:sldMk cId="1005703551" sldId="257"/>
            <ac:spMk id="9" creationId="{5A0118C5-4F8D-4CF4-BADD-53FEACC6C42A}"/>
          </ac:spMkLst>
        </pc:spChg>
        <pc:spChg chg="add del">
          <ac:chgData name="Toon Dergent" userId="9cfdfa7a-c8f0-4020-9307-91f8354f3f6b" providerId="ADAL" clId="{2A64CEAC-3320-4639-96BD-CFB820E957F9}" dt="2026-05-24T11:33:50.341" v="188" actId="26606"/>
          <ac:spMkLst>
            <pc:docMk/>
            <pc:sldMk cId="1005703551" sldId="257"/>
            <ac:spMk id="10" creationId="{5A0118C5-4F8D-4CF4-BADD-53FEACC6C42A}"/>
          </ac:spMkLst>
        </pc:spChg>
        <pc:spChg chg="add del">
          <ac:chgData name="Toon Dergent" userId="9cfdfa7a-c8f0-4020-9307-91f8354f3f6b" providerId="ADAL" clId="{2A64CEAC-3320-4639-96BD-CFB820E957F9}" dt="2026-05-24T11:33:50.341" v="188" actId="26606"/>
          <ac:spMkLst>
            <pc:docMk/>
            <pc:sldMk cId="1005703551" sldId="257"/>
            <ac:spMk id="12" creationId="{F98F79A4-A6C7-4101-B1E9-27E05CB7CFA0}"/>
          </ac:spMkLst>
        </pc:spChg>
        <pc:spChg chg="add del">
          <ac:chgData name="Toon Dergent" userId="9cfdfa7a-c8f0-4020-9307-91f8354f3f6b" providerId="ADAL" clId="{2A64CEAC-3320-4639-96BD-CFB820E957F9}" dt="2026-05-24T11:33:50.341" v="188" actId="26606"/>
          <ac:spMkLst>
            <pc:docMk/>
            <pc:sldMk cId="1005703551" sldId="257"/>
            <ac:spMk id="14" creationId="{79AFCB35-9C04-4524-A0B1-57FF6865D013}"/>
          </ac:spMkLst>
        </pc:spChg>
        <pc:spChg chg="add del">
          <ac:chgData name="Toon Dergent" userId="9cfdfa7a-c8f0-4020-9307-91f8354f3f6b" providerId="ADAL" clId="{2A64CEAC-3320-4639-96BD-CFB820E957F9}" dt="2026-05-24T11:33:50.341" v="188" actId="26606"/>
          <ac:spMkLst>
            <pc:docMk/>
            <pc:sldMk cId="1005703551" sldId="257"/>
            <ac:spMk id="16" creationId="{D11AD2AD-0BA0-4DD3-8EEA-84686A0E718C}"/>
          </ac:spMkLst>
        </pc:spChg>
        <pc:spChg chg="add del">
          <ac:chgData name="Toon Dergent" userId="9cfdfa7a-c8f0-4020-9307-91f8354f3f6b" providerId="ADAL" clId="{2A64CEAC-3320-4639-96BD-CFB820E957F9}" dt="2026-05-24T11:33:50.341" v="188" actId="26606"/>
          <ac:spMkLst>
            <pc:docMk/>
            <pc:sldMk cId="1005703551" sldId="257"/>
            <ac:spMk id="18" creationId="{83C8019B-3985-409B-9B87-494B974EE9A2}"/>
          </ac:spMkLst>
        </pc:spChg>
        <pc:spChg chg="add del">
          <ac:chgData name="Toon Dergent" userId="9cfdfa7a-c8f0-4020-9307-91f8354f3f6b" providerId="ADAL" clId="{2A64CEAC-3320-4639-96BD-CFB820E957F9}" dt="2026-05-24T11:33:50.341" v="188" actId="26606"/>
          <ac:spMkLst>
            <pc:docMk/>
            <pc:sldMk cId="1005703551" sldId="257"/>
            <ac:spMk id="20" creationId="{9E5C5460-229E-46C8-A712-CC317985420F}"/>
          </ac:spMkLst>
        </pc:spChg>
        <pc:spChg chg="add del">
          <ac:chgData name="Toon Dergent" userId="9cfdfa7a-c8f0-4020-9307-91f8354f3f6b" providerId="ADAL" clId="{2A64CEAC-3320-4639-96BD-CFB820E957F9}" dt="2026-05-24T11:33:50.341" v="188" actId="26606"/>
          <ac:spMkLst>
            <pc:docMk/>
            <pc:sldMk cId="1005703551" sldId="257"/>
            <ac:spMk id="22" creationId="{B85A4DB3-61AA-49A1-85A9-B3397CD519AB}"/>
          </ac:spMkLst>
        </pc:spChg>
        <pc:spChg chg="add del">
          <ac:chgData name="Toon Dergent" userId="9cfdfa7a-c8f0-4020-9307-91f8354f3f6b" providerId="ADAL" clId="{2A64CEAC-3320-4639-96BD-CFB820E957F9}" dt="2026-05-24T11:33:50.932" v="190" actId="26606"/>
          <ac:spMkLst>
            <pc:docMk/>
            <pc:sldMk cId="1005703551" sldId="257"/>
            <ac:spMk id="40" creationId="{5A0118C5-4F8D-4CF4-BADD-53FEACC6C42A}"/>
          </ac:spMkLst>
        </pc:spChg>
        <pc:spChg chg="add del">
          <ac:chgData name="Toon Dergent" userId="9cfdfa7a-c8f0-4020-9307-91f8354f3f6b" providerId="ADAL" clId="{2A64CEAC-3320-4639-96BD-CFB820E957F9}" dt="2026-05-24T11:33:50.932" v="190" actId="26606"/>
          <ac:spMkLst>
            <pc:docMk/>
            <pc:sldMk cId="1005703551" sldId="257"/>
            <ac:spMk id="57" creationId="{CAEBFCD5-5356-4326-8D39-8235A46CD7B2}"/>
          </ac:spMkLst>
        </pc:spChg>
        <pc:spChg chg="add del">
          <ac:chgData name="Toon Dergent" userId="9cfdfa7a-c8f0-4020-9307-91f8354f3f6b" providerId="ADAL" clId="{2A64CEAC-3320-4639-96BD-CFB820E957F9}" dt="2026-05-24T11:33:52.183" v="192" actId="26606"/>
          <ac:spMkLst>
            <pc:docMk/>
            <pc:sldMk cId="1005703551" sldId="257"/>
            <ac:spMk id="67" creationId="{5A0118C5-4F8D-4CF4-BADD-53FEACC6C42A}"/>
          </ac:spMkLst>
        </pc:spChg>
        <pc:spChg chg="add del">
          <ac:chgData name="Toon Dergent" userId="9cfdfa7a-c8f0-4020-9307-91f8354f3f6b" providerId="ADAL" clId="{2A64CEAC-3320-4639-96BD-CFB820E957F9}" dt="2026-05-24T11:33:52.183" v="192" actId="26606"/>
          <ac:spMkLst>
            <pc:docMk/>
            <pc:sldMk cId="1005703551" sldId="257"/>
            <ac:spMk id="68" creationId="{3C1D1FA3-6212-4B97-9B1E-C7F81247C2B9}"/>
          </ac:spMkLst>
        </pc:spChg>
        <pc:spChg chg="add del">
          <ac:chgData name="Toon Dergent" userId="9cfdfa7a-c8f0-4020-9307-91f8354f3f6b" providerId="ADAL" clId="{2A64CEAC-3320-4639-96BD-CFB820E957F9}" dt="2026-05-24T11:33:52.183" v="192" actId="26606"/>
          <ac:spMkLst>
            <pc:docMk/>
            <pc:sldMk cId="1005703551" sldId="257"/>
            <ac:spMk id="69" creationId="{11C51958-04D4-4687-95A2-95DCDCF47464}"/>
          </ac:spMkLst>
        </pc:spChg>
        <pc:spChg chg="add del">
          <ac:chgData name="Toon Dergent" userId="9cfdfa7a-c8f0-4020-9307-91f8354f3f6b" providerId="ADAL" clId="{2A64CEAC-3320-4639-96BD-CFB820E957F9}" dt="2026-05-24T11:33:52.183" v="192" actId="26606"/>
          <ac:spMkLst>
            <pc:docMk/>
            <pc:sldMk cId="1005703551" sldId="257"/>
            <ac:spMk id="70" creationId="{79AFCB35-9C04-4524-A0B1-57FF6865D013}"/>
          </ac:spMkLst>
        </pc:spChg>
        <pc:spChg chg="add del">
          <ac:chgData name="Toon Dergent" userId="9cfdfa7a-c8f0-4020-9307-91f8354f3f6b" providerId="ADAL" clId="{2A64CEAC-3320-4639-96BD-CFB820E957F9}" dt="2026-05-24T11:33:52.183" v="192" actId="26606"/>
          <ac:spMkLst>
            <pc:docMk/>
            <pc:sldMk cId="1005703551" sldId="257"/>
            <ac:spMk id="71" creationId="{D11AD2AD-0BA0-4DD3-8EEA-84686A0E718C}"/>
          </ac:spMkLst>
        </pc:spChg>
        <pc:spChg chg="add del">
          <ac:chgData name="Toon Dergent" userId="9cfdfa7a-c8f0-4020-9307-91f8354f3f6b" providerId="ADAL" clId="{2A64CEAC-3320-4639-96BD-CFB820E957F9}" dt="2026-05-24T11:33:54.801" v="194" actId="26606"/>
          <ac:spMkLst>
            <pc:docMk/>
            <pc:sldMk cId="1005703551" sldId="257"/>
            <ac:spMk id="78" creationId="{5A0118C5-4F8D-4CF4-BADD-53FEACC6C42A}"/>
          </ac:spMkLst>
        </pc:spChg>
        <pc:spChg chg="add del">
          <ac:chgData name="Toon Dergent" userId="9cfdfa7a-c8f0-4020-9307-91f8354f3f6b" providerId="ADAL" clId="{2A64CEAC-3320-4639-96BD-CFB820E957F9}" dt="2026-05-24T11:33:54.801" v="194" actId="26606"/>
          <ac:spMkLst>
            <pc:docMk/>
            <pc:sldMk cId="1005703551" sldId="257"/>
            <ac:spMk id="81" creationId="{4E0A5C5C-2A95-428E-9F6A-0D29EBD57C9F}"/>
          </ac:spMkLst>
        </pc:spChg>
        <pc:spChg chg="add del">
          <ac:chgData name="Toon Dergent" userId="9cfdfa7a-c8f0-4020-9307-91f8354f3f6b" providerId="ADAL" clId="{2A64CEAC-3320-4639-96BD-CFB820E957F9}" dt="2026-05-24T11:34:00.664" v="196" actId="26606"/>
          <ac:spMkLst>
            <pc:docMk/>
            <pc:sldMk cId="1005703551" sldId="257"/>
            <ac:spMk id="87" creationId="{5A0118C5-4F8D-4CF4-BADD-53FEACC6C42A}"/>
          </ac:spMkLst>
        </pc:spChg>
        <pc:spChg chg="add del">
          <ac:chgData name="Toon Dergent" userId="9cfdfa7a-c8f0-4020-9307-91f8354f3f6b" providerId="ADAL" clId="{2A64CEAC-3320-4639-96BD-CFB820E957F9}" dt="2026-05-24T11:34:00.664" v="196" actId="26606"/>
          <ac:spMkLst>
            <pc:docMk/>
            <pc:sldMk cId="1005703551" sldId="257"/>
            <ac:spMk id="91" creationId="{CAEBFCD5-5356-4326-8D39-8235A46CD7B2}"/>
          </ac:spMkLst>
        </pc:spChg>
        <pc:grpChg chg="add">
          <ac:chgData name="Toon Dergent" userId="9cfdfa7a-c8f0-4020-9307-91f8354f3f6b" providerId="ADAL" clId="{2A64CEAC-3320-4639-96BD-CFB820E957F9}" dt="2026-05-24T11:36:38.808" v="201" actId="26606"/>
          <ac:grpSpMkLst>
            <pc:docMk/>
            <pc:sldMk cId="1005703551" sldId="257"/>
            <ac:grpSpMk id="11" creationId="{268C940D-4516-4630-B49F-65C1A82FEA0C}"/>
          </ac:grpSpMkLst>
        </pc:grpChg>
        <pc:grpChg chg="add">
          <ac:chgData name="Toon Dergent" userId="9cfdfa7a-c8f0-4020-9307-91f8354f3f6b" providerId="ADAL" clId="{2A64CEAC-3320-4639-96BD-CFB820E957F9}" dt="2026-05-24T11:36:38.808" v="201" actId="26606"/>
          <ac:grpSpMkLst>
            <pc:docMk/>
            <pc:sldMk cId="1005703551" sldId="257"/>
            <ac:grpSpMk id="17" creationId="{C93F2521-5FCA-4EE4-ADB9-C71AB81B8875}"/>
          </ac:grpSpMkLst>
        </pc:grpChg>
        <pc:grpChg chg="add">
          <ac:chgData name="Toon Dergent" userId="9cfdfa7a-c8f0-4020-9307-91f8354f3f6b" providerId="ADAL" clId="{2A64CEAC-3320-4639-96BD-CFB820E957F9}" dt="2026-05-24T11:36:38.808" v="201" actId="26606"/>
          <ac:grpSpMkLst>
            <pc:docMk/>
            <pc:sldMk cId="1005703551" sldId="257"/>
            <ac:grpSpMk id="26" creationId="{2B7E220D-70BE-46E1-87EA-9239C10828D4}"/>
          </ac:grpSpMkLst>
        </pc:grpChg>
        <pc:grpChg chg="add del">
          <ac:chgData name="Toon Dergent" userId="9cfdfa7a-c8f0-4020-9307-91f8354f3f6b" providerId="ADAL" clId="{2A64CEAC-3320-4639-96BD-CFB820E957F9}" dt="2026-05-24T11:34:00.664" v="196" actId="26606"/>
          <ac:grpSpMkLst>
            <pc:docMk/>
            <pc:sldMk cId="1005703551" sldId="257"/>
            <ac:grpSpMk id="33" creationId="{BB32367D-C4F2-49D5-A586-298C7CA821B0}"/>
          </ac:grpSpMkLst>
        </pc:grpChg>
        <pc:grpChg chg="add del">
          <ac:chgData name="Toon Dergent" userId="9cfdfa7a-c8f0-4020-9307-91f8354f3f6b" providerId="ADAL" clId="{2A64CEAC-3320-4639-96BD-CFB820E957F9}" dt="2026-05-24T11:33:50.932" v="190" actId="26606"/>
          <ac:grpSpMkLst>
            <pc:docMk/>
            <pc:sldMk cId="1005703551" sldId="257"/>
            <ac:grpSpMk id="41" creationId="{DDFA5A3F-B050-4826-ACB4-F634DD12C7BC}"/>
          </ac:grpSpMkLst>
        </pc:grpChg>
        <pc:grpChg chg="add del">
          <ac:chgData name="Toon Dergent" userId="9cfdfa7a-c8f0-4020-9307-91f8354f3f6b" providerId="ADAL" clId="{2A64CEAC-3320-4639-96BD-CFB820E957F9}" dt="2026-05-24T11:33:50.932" v="190" actId="26606"/>
          <ac:grpSpMkLst>
            <pc:docMk/>
            <pc:sldMk cId="1005703551" sldId="257"/>
            <ac:grpSpMk id="55" creationId="{89C6B508-0B2C-4D80-99F6-BC8C9C69341A}"/>
          </ac:grpSpMkLst>
        </pc:grpChg>
        <pc:grpChg chg="add del">
          <ac:chgData name="Toon Dergent" userId="9cfdfa7a-c8f0-4020-9307-91f8354f3f6b" providerId="ADAL" clId="{2A64CEAC-3320-4639-96BD-CFB820E957F9}" dt="2026-05-24T11:33:50.932" v="190" actId="26606"/>
          <ac:grpSpMkLst>
            <pc:docMk/>
            <pc:sldMk cId="1005703551" sldId="257"/>
            <ac:grpSpMk id="58" creationId="{6B67BE95-96EF-433C-9F29-B0732AA6B6AC}"/>
          </ac:grpSpMkLst>
        </pc:grpChg>
        <pc:grpChg chg="add del">
          <ac:chgData name="Toon Dergent" userId="9cfdfa7a-c8f0-4020-9307-91f8354f3f6b" providerId="ADAL" clId="{2A64CEAC-3320-4639-96BD-CFB820E957F9}" dt="2026-05-24T11:33:50.932" v="190" actId="26606"/>
          <ac:grpSpMkLst>
            <pc:docMk/>
            <pc:sldMk cId="1005703551" sldId="257"/>
            <ac:grpSpMk id="60" creationId="{36C5CE76-F42E-4B75-84C4-A9B2C8CE8379}"/>
          </ac:grpSpMkLst>
        </pc:grpChg>
        <pc:grpChg chg="add del">
          <ac:chgData name="Toon Dergent" userId="9cfdfa7a-c8f0-4020-9307-91f8354f3f6b" providerId="ADAL" clId="{2A64CEAC-3320-4639-96BD-CFB820E957F9}" dt="2026-05-24T11:33:50.932" v="190" actId="26606"/>
          <ac:grpSpMkLst>
            <pc:docMk/>
            <pc:sldMk cId="1005703551" sldId="257"/>
            <ac:grpSpMk id="62" creationId="{D6E8B984-55B9-4A62-A043-997D00F0AE09}"/>
          </ac:grpSpMkLst>
        </pc:grpChg>
        <pc:grpChg chg="add del">
          <ac:chgData name="Toon Dergent" userId="9cfdfa7a-c8f0-4020-9307-91f8354f3f6b" providerId="ADAL" clId="{2A64CEAC-3320-4639-96BD-CFB820E957F9}" dt="2026-05-24T11:33:52.183" v="192" actId="26606"/>
          <ac:grpSpMkLst>
            <pc:docMk/>
            <pc:sldMk cId="1005703551" sldId="257"/>
            <ac:grpSpMk id="72" creationId="{0C156BF8-7FF7-440F-BE2B-417DFFE8BFA5}"/>
          </ac:grpSpMkLst>
        </pc:grpChg>
        <pc:grpChg chg="add del">
          <ac:chgData name="Toon Dergent" userId="9cfdfa7a-c8f0-4020-9307-91f8354f3f6b" providerId="ADAL" clId="{2A64CEAC-3320-4639-96BD-CFB820E957F9}" dt="2026-05-24T11:33:54.801" v="194" actId="26606"/>
          <ac:grpSpMkLst>
            <pc:docMk/>
            <pc:sldMk cId="1005703551" sldId="257"/>
            <ac:grpSpMk id="79" creationId="{2A638C7D-9088-41A9-88A0-7357157BC168}"/>
          </ac:grpSpMkLst>
        </pc:grpChg>
        <pc:grpChg chg="add del">
          <ac:chgData name="Toon Dergent" userId="9cfdfa7a-c8f0-4020-9307-91f8354f3f6b" providerId="ADAL" clId="{2A64CEAC-3320-4639-96BD-CFB820E957F9}" dt="2026-05-24T11:33:54.801" v="194" actId="26606"/>
          <ac:grpSpMkLst>
            <pc:docMk/>
            <pc:sldMk cId="1005703551" sldId="257"/>
            <ac:grpSpMk id="82" creationId="{3F219210-B16A-47B6-9AA8-207DAFF37E66}"/>
          </ac:grpSpMkLst>
        </pc:grpChg>
        <pc:grpChg chg="add del">
          <ac:chgData name="Toon Dergent" userId="9cfdfa7a-c8f0-4020-9307-91f8354f3f6b" providerId="ADAL" clId="{2A64CEAC-3320-4639-96BD-CFB820E957F9}" dt="2026-05-24T11:33:54.801" v="194" actId="26606"/>
          <ac:grpSpMkLst>
            <pc:docMk/>
            <pc:sldMk cId="1005703551" sldId="257"/>
            <ac:grpSpMk id="84" creationId="{582A903B-6B78-4F0A-B7C9-3D80499020B8}"/>
          </ac:grpSpMkLst>
        </pc:grpChg>
        <pc:grpChg chg="add del">
          <ac:chgData name="Toon Dergent" userId="9cfdfa7a-c8f0-4020-9307-91f8354f3f6b" providerId="ADAL" clId="{2A64CEAC-3320-4639-96BD-CFB820E957F9}" dt="2026-05-24T11:34:00.664" v="196" actId="26606"/>
          <ac:grpSpMkLst>
            <pc:docMk/>
            <pc:sldMk cId="1005703551" sldId="257"/>
            <ac:grpSpMk id="88" creationId="{134CC3FF-7AA4-46F4-8B24-2F9383D86DBD}"/>
          </ac:grpSpMkLst>
        </pc:grpChg>
        <pc:grpChg chg="add del">
          <ac:chgData name="Toon Dergent" userId="9cfdfa7a-c8f0-4020-9307-91f8354f3f6b" providerId="ADAL" clId="{2A64CEAC-3320-4639-96BD-CFB820E957F9}" dt="2026-05-24T11:34:00.664" v="196" actId="26606"/>
          <ac:grpSpMkLst>
            <pc:docMk/>
            <pc:sldMk cId="1005703551" sldId="257"/>
            <ac:grpSpMk id="92" creationId="{5F2AA49C-5AC0-41C7-BFAF-74B8D8293C8F}"/>
          </ac:grpSpMkLst>
        </pc:grpChg>
        <pc:picChg chg="add del mod ord">
          <ac:chgData name="Toon Dergent" userId="9cfdfa7a-c8f0-4020-9307-91f8354f3f6b" providerId="ADAL" clId="{2A64CEAC-3320-4639-96BD-CFB820E957F9}" dt="2026-05-24T11:35:37.842" v="198" actId="478"/>
          <ac:picMkLst>
            <pc:docMk/>
            <pc:sldMk cId="1005703551" sldId="257"/>
            <ac:picMk id="5" creationId="{9C319723-B5CB-429F-1C8E-006D42ED44F3}"/>
          </ac:picMkLst>
        </pc:picChg>
        <pc:picChg chg="add mod">
          <ac:chgData name="Toon Dergent" userId="9cfdfa7a-c8f0-4020-9307-91f8354f3f6b" providerId="ADAL" clId="{2A64CEAC-3320-4639-96BD-CFB820E957F9}" dt="2026-05-24T11:36:38.808" v="201" actId="26606"/>
          <ac:picMkLst>
            <pc:docMk/>
            <pc:sldMk cId="1005703551" sldId="257"/>
            <ac:picMk id="7" creationId="{D19FBBCE-F2FE-C28C-3A80-1B36488CCDF0}"/>
          </ac:picMkLst>
        </pc:picChg>
      </pc:sldChg>
      <pc:sldChg chg="addSp delSp modSp new mod setBg">
        <pc:chgData name="Toon Dergent" userId="9cfdfa7a-c8f0-4020-9307-91f8354f3f6b" providerId="ADAL" clId="{2A64CEAC-3320-4639-96BD-CFB820E957F9}" dt="2026-05-24T11:44:04.903" v="368" actId="20577"/>
        <pc:sldMkLst>
          <pc:docMk/>
          <pc:sldMk cId="3596442295" sldId="258"/>
        </pc:sldMkLst>
        <pc:spChg chg="mod">
          <ac:chgData name="Toon Dergent" userId="9cfdfa7a-c8f0-4020-9307-91f8354f3f6b" providerId="ADAL" clId="{2A64CEAC-3320-4639-96BD-CFB820E957F9}" dt="2026-05-24T11:43:29.846" v="366" actId="26606"/>
          <ac:spMkLst>
            <pc:docMk/>
            <pc:sldMk cId="3596442295" sldId="258"/>
            <ac:spMk id="2" creationId="{5C8F2FD1-1EFC-D593-5FDB-A0EBF49D54D2}"/>
          </ac:spMkLst>
        </pc:spChg>
        <pc:spChg chg="add del mod">
          <ac:chgData name="Toon Dergent" userId="9cfdfa7a-c8f0-4020-9307-91f8354f3f6b" providerId="ADAL" clId="{2A64CEAC-3320-4639-96BD-CFB820E957F9}" dt="2026-05-24T11:43:10.268" v="364" actId="26606"/>
          <ac:spMkLst>
            <pc:docMk/>
            <pc:sldMk cId="3596442295" sldId="258"/>
            <ac:spMk id="3" creationId="{F66EC002-9543-6225-0B05-39C12FD41564}"/>
          </ac:spMkLst>
        </pc:spChg>
        <pc:spChg chg="add del">
          <ac:chgData name="Toon Dergent" userId="9cfdfa7a-c8f0-4020-9307-91f8354f3f6b" providerId="ADAL" clId="{2A64CEAC-3320-4639-96BD-CFB820E957F9}" dt="2026-05-24T11:43:09.118" v="361" actId="26606"/>
          <ac:spMkLst>
            <pc:docMk/>
            <pc:sldMk cId="3596442295" sldId="258"/>
            <ac:spMk id="9" creationId="{E5F17139-31EE-46AC-B04F-DBBD852DD6CB}"/>
          </ac:spMkLst>
        </pc:spChg>
        <pc:spChg chg="add del">
          <ac:chgData name="Toon Dergent" userId="9cfdfa7a-c8f0-4020-9307-91f8354f3f6b" providerId="ADAL" clId="{2A64CEAC-3320-4639-96BD-CFB820E957F9}" dt="2026-05-24T11:43:09.118" v="361" actId="26606"/>
          <ac:spMkLst>
            <pc:docMk/>
            <pc:sldMk cId="3596442295" sldId="258"/>
            <ac:spMk id="11" creationId="{AAD42DD4-86F6-4FD2-869F-32D35E310CF6}"/>
          </ac:spMkLst>
        </pc:spChg>
        <pc:spChg chg="add del">
          <ac:chgData name="Toon Dergent" userId="9cfdfa7a-c8f0-4020-9307-91f8354f3f6b" providerId="ADAL" clId="{2A64CEAC-3320-4639-96BD-CFB820E957F9}" dt="2026-05-24T11:43:09.118" v="361" actId="26606"/>
          <ac:spMkLst>
            <pc:docMk/>
            <pc:sldMk cId="3596442295" sldId="258"/>
            <ac:spMk id="13" creationId="{4C36B8C5-0DEB-41B5-911D-572E2E835E3C}"/>
          </ac:spMkLst>
        </pc:spChg>
        <pc:spChg chg="add del">
          <ac:chgData name="Toon Dergent" userId="9cfdfa7a-c8f0-4020-9307-91f8354f3f6b" providerId="ADAL" clId="{2A64CEAC-3320-4639-96BD-CFB820E957F9}" dt="2026-05-24T11:43:09.118" v="361" actId="26606"/>
          <ac:spMkLst>
            <pc:docMk/>
            <pc:sldMk cId="3596442295" sldId="258"/>
            <ac:spMk id="15" creationId="{5D1FF148-6725-4278-A9A8-A9A6A3F261CC}"/>
          </ac:spMkLst>
        </pc:spChg>
        <pc:spChg chg="add del">
          <ac:chgData name="Toon Dergent" userId="9cfdfa7a-c8f0-4020-9307-91f8354f3f6b" providerId="ADAL" clId="{2A64CEAC-3320-4639-96BD-CFB820E957F9}" dt="2026-05-24T11:43:09.118" v="361" actId="26606"/>
          <ac:spMkLst>
            <pc:docMk/>
            <pc:sldMk cId="3596442295" sldId="258"/>
            <ac:spMk id="17" creationId="{B247507B-4D21-4FF7-B49C-239309CF2A0B}"/>
          </ac:spMkLst>
        </pc:spChg>
        <pc:spChg chg="add del">
          <ac:chgData name="Toon Dergent" userId="9cfdfa7a-c8f0-4020-9307-91f8354f3f6b" providerId="ADAL" clId="{2A64CEAC-3320-4639-96BD-CFB820E957F9}" dt="2026-05-24T11:43:10.253" v="363" actId="26606"/>
          <ac:spMkLst>
            <pc:docMk/>
            <pc:sldMk cId="3596442295" sldId="258"/>
            <ac:spMk id="19" creationId="{89D16701-DA76-4F72-BB63-E2C3FFBDFE0F}"/>
          </ac:spMkLst>
        </pc:spChg>
        <pc:spChg chg="add del">
          <ac:chgData name="Toon Dergent" userId="9cfdfa7a-c8f0-4020-9307-91f8354f3f6b" providerId="ADAL" clId="{2A64CEAC-3320-4639-96BD-CFB820E957F9}" dt="2026-05-24T11:43:10.253" v="363" actId="26606"/>
          <ac:spMkLst>
            <pc:docMk/>
            <pc:sldMk cId="3596442295" sldId="258"/>
            <ac:spMk id="20" creationId="{E5F17139-31EE-46AC-B04F-DBBD852DD6CB}"/>
          </ac:spMkLst>
        </pc:spChg>
        <pc:spChg chg="add del">
          <ac:chgData name="Toon Dergent" userId="9cfdfa7a-c8f0-4020-9307-91f8354f3f6b" providerId="ADAL" clId="{2A64CEAC-3320-4639-96BD-CFB820E957F9}" dt="2026-05-24T11:43:10.253" v="363" actId="26606"/>
          <ac:spMkLst>
            <pc:docMk/>
            <pc:sldMk cId="3596442295" sldId="258"/>
            <ac:spMk id="21" creationId="{1CC28BE1-9DC6-43FE-9582-39F091098D77}"/>
          </ac:spMkLst>
        </pc:spChg>
        <pc:spChg chg="add del">
          <ac:chgData name="Toon Dergent" userId="9cfdfa7a-c8f0-4020-9307-91f8354f3f6b" providerId="ADAL" clId="{2A64CEAC-3320-4639-96BD-CFB820E957F9}" dt="2026-05-24T11:43:29.846" v="366" actId="26606"/>
          <ac:spMkLst>
            <pc:docMk/>
            <pc:sldMk cId="3596442295" sldId="258"/>
            <ac:spMk id="42" creationId="{E5F17139-31EE-46AC-B04F-DBBD852DD6CB}"/>
          </ac:spMkLst>
        </pc:spChg>
        <pc:spChg chg="add del">
          <ac:chgData name="Toon Dergent" userId="9cfdfa7a-c8f0-4020-9307-91f8354f3f6b" providerId="ADAL" clId="{2A64CEAC-3320-4639-96BD-CFB820E957F9}" dt="2026-05-24T11:43:29.846" v="366" actId="26606"/>
          <ac:spMkLst>
            <pc:docMk/>
            <pc:sldMk cId="3596442295" sldId="258"/>
            <ac:spMk id="43" creationId="{AAD42DD4-86F6-4FD2-869F-32D35E310CF6}"/>
          </ac:spMkLst>
        </pc:spChg>
        <pc:spChg chg="add del">
          <ac:chgData name="Toon Dergent" userId="9cfdfa7a-c8f0-4020-9307-91f8354f3f6b" providerId="ADAL" clId="{2A64CEAC-3320-4639-96BD-CFB820E957F9}" dt="2026-05-24T11:43:29.846" v="366" actId="26606"/>
          <ac:spMkLst>
            <pc:docMk/>
            <pc:sldMk cId="3596442295" sldId="258"/>
            <ac:spMk id="44" creationId="{4C36B8C5-0DEB-41B5-911D-572E2E835E3C}"/>
          </ac:spMkLst>
        </pc:spChg>
        <pc:spChg chg="add del">
          <ac:chgData name="Toon Dergent" userId="9cfdfa7a-c8f0-4020-9307-91f8354f3f6b" providerId="ADAL" clId="{2A64CEAC-3320-4639-96BD-CFB820E957F9}" dt="2026-05-24T11:43:29.846" v="366" actId="26606"/>
          <ac:spMkLst>
            <pc:docMk/>
            <pc:sldMk cId="3596442295" sldId="258"/>
            <ac:spMk id="45" creationId="{5D1FF148-6725-4278-A9A8-A9A6A3F261CC}"/>
          </ac:spMkLst>
        </pc:spChg>
        <pc:spChg chg="add del">
          <ac:chgData name="Toon Dergent" userId="9cfdfa7a-c8f0-4020-9307-91f8354f3f6b" providerId="ADAL" clId="{2A64CEAC-3320-4639-96BD-CFB820E957F9}" dt="2026-05-24T11:43:29.846" v="366" actId="26606"/>
          <ac:spMkLst>
            <pc:docMk/>
            <pc:sldMk cId="3596442295" sldId="258"/>
            <ac:spMk id="46" creationId="{B247507B-4D21-4FF7-B49C-239309CF2A0B}"/>
          </ac:spMkLst>
        </pc:spChg>
        <pc:spChg chg="add del">
          <ac:chgData name="Toon Dergent" userId="9cfdfa7a-c8f0-4020-9307-91f8354f3f6b" providerId="ADAL" clId="{2A64CEAC-3320-4639-96BD-CFB820E957F9}" dt="2026-05-24T11:43:29.846" v="366" actId="26606"/>
          <ac:spMkLst>
            <pc:docMk/>
            <pc:sldMk cId="3596442295" sldId="258"/>
            <ac:spMk id="56" creationId="{05BB7246-8AFD-47FC-A1F4-491E0167E208}"/>
          </ac:spMkLst>
        </pc:spChg>
        <pc:spChg chg="add del">
          <ac:chgData name="Toon Dergent" userId="9cfdfa7a-c8f0-4020-9307-91f8354f3f6b" providerId="ADAL" clId="{2A64CEAC-3320-4639-96BD-CFB820E957F9}" dt="2026-05-24T11:43:29.846" v="366" actId="26606"/>
          <ac:spMkLst>
            <pc:docMk/>
            <pc:sldMk cId="3596442295" sldId="258"/>
            <ac:spMk id="58" creationId="{0A6DF2E7-0906-4F1E-9B28-48B1A4D8E038}"/>
          </ac:spMkLst>
        </pc:spChg>
        <pc:spChg chg="add del">
          <ac:chgData name="Toon Dergent" userId="9cfdfa7a-c8f0-4020-9307-91f8354f3f6b" providerId="ADAL" clId="{2A64CEAC-3320-4639-96BD-CFB820E957F9}" dt="2026-05-24T11:43:29.846" v="366" actId="26606"/>
          <ac:spMkLst>
            <pc:docMk/>
            <pc:sldMk cId="3596442295" sldId="258"/>
            <ac:spMk id="60" creationId="{684FEC42-F70A-4505-A5DF-EC67268FE9B9}"/>
          </ac:spMkLst>
        </pc:spChg>
        <pc:spChg chg="add del">
          <ac:chgData name="Toon Dergent" userId="9cfdfa7a-c8f0-4020-9307-91f8354f3f6b" providerId="ADAL" clId="{2A64CEAC-3320-4639-96BD-CFB820E957F9}" dt="2026-05-24T11:43:29.846" v="366" actId="26606"/>
          <ac:spMkLst>
            <pc:docMk/>
            <pc:sldMk cId="3596442295" sldId="258"/>
            <ac:spMk id="62" creationId="{7D10AF26-17A2-4FA8-824A-F78507AF664C}"/>
          </ac:spMkLst>
        </pc:spChg>
        <pc:grpChg chg="add del">
          <ac:chgData name="Toon Dergent" userId="9cfdfa7a-c8f0-4020-9307-91f8354f3f6b" providerId="ADAL" clId="{2A64CEAC-3320-4639-96BD-CFB820E957F9}" dt="2026-05-24T11:43:10.253" v="363" actId="26606"/>
          <ac:grpSpMkLst>
            <pc:docMk/>
            <pc:sldMk cId="3596442295" sldId="258"/>
            <ac:grpSpMk id="22" creationId="{7CF625D3-71A3-4F30-A096-8EF334E959D0}"/>
          </ac:grpSpMkLst>
        </pc:grpChg>
        <pc:grpChg chg="add del">
          <ac:chgData name="Toon Dergent" userId="9cfdfa7a-c8f0-4020-9307-91f8354f3f6b" providerId="ADAL" clId="{2A64CEAC-3320-4639-96BD-CFB820E957F9}" dt="2026-05-24T11:43:10.253" v="363" actId="26606"/>
          <ac:grpSpMkLst>
            <pc:docMk/>
            <pc:sldMk cId="3596442295" sldId="258"/>
            <ac:grpSpMk id="23" creationId="{AF9AF3F3-CE0C-4125-BDD7-346487FA0B40}"/>
          </ac:grpSpMkLst>
        </pc:grpChg>
        <pc:grpChg chg="add del">
          <ac:chgData name="Toon Dergent" userId="9cfdfa7a-c8f0-4020-9307-91f8354f3f6b" providerId="ADAL" clId="{2A64CEAC-3320-4639-96BD-CFB820E957F9}" dt="2026-05-24T11:43:10.253" v="363" actId="26606"/>
          <ac:grpSpMkLst>
            <pc:docMk/>
            <pc:sldMk cId="3596442295" sldId="258"/>
            <ac:grpSpMk id="38" creationId="{A8630B61-2CB6-4E0C-90A1-05A307F9CD6E}"/>
          </ac:grpSpMkLst>
        </pc:grpChg>
        <pc:graphicFrameChg chg="add del">
          <ac:chgData name="Toon Dergent" userId="9cfdfa7a-c8f0-4020-9307-91f8354f3f6b" providerId="ADAL" clId="{2A64CEAC-3320-4639-96BD-CFB820E957F9}" dt="2026-05-24T11:43:09.118" v="361" actId="26606"/>
          <ac:graphicFrameMkLst>
            <pc:docMk/>
            <pc:sldMk cId="3596442295" sldId="258"/>
            <ac:graphicFrameMk id="5" creationId="{F9933345-E8FA-61BF-C1FA-001ABAA6863A}"/>
          </ac:graphicFrameMkLst>
        </pc:graphicFrameChg>
        <pc:graphicFrameChg chg="add del">
          <ac:chgData name="Toon Dergent" userId="9cfdfa7a-c8f0-4020-9307-91f8354f3f6b" providerId="ADAL" clId="{2A64CEAC-3320-4639-96BD-CFB820E957F9}" dt="2026-05-24T11:43:10.253" v="363" actId="26606"/>
          <ac:graphicFrameMkLst>
            <pc:docMk/>
            <pc:sldMk cId="3596442295" sldId="258"/>
            <ac:graphicFrameMk id="40" creationId="{A34C507D-473A-BE97-70F8-6A92180678A2}"/>
          </ac:graphicFrameMkLst>
        </pc:graphicFrameChg>
        <pc:graphicFrameChg chg="add modGraphic">
          <ac:chgData name="Toon Dergent" userId="9cfdfa7a-c8f0-4020-9307-91f8354f3f6b" providerId="ADAL" clId="{2A64CEAC-3320-4639-96BD-CFB820E957F9}" dt="2026-05-24T11:44:04.903" v="368" actId="20577"/>
          <ac:graphicFrameMkLst>
            <pc:docMk/>
            <pc:sldMk cId="3596442295" sldId="258"/>
            <ac:graphicFrameMk id="47" creationId="{F9933345-E8FA-61BF-C1FA-001ABAA6863A}"/>
          </ac:graphicFrameMkLst>
        </pc:graphicFrameChg>
      </pc:sldChg>
      <pc:sldChg chg="addSp delSp modSp new del mod setBg">
        <pc:chgData name="Toon Dergent" userId="9cfdfa7a-c8f0-4020-9307-91f8354f3f6b" providerId="ADAL" clId="{2A64CEAC-3320-4639-96BD-CFB820E957F9}" dt="2026-05-24T13:24:42.836" v="877" actId="47"/>
        <pc:sldMkLst>
          <pc:docMk/>
          <pc:sldMk cId="2424756728" sldId="259"/>
        </pc:sldMkLst>
        <pc:spChg chg="mod">
          <ac:chgData name="Toon Dergent" userId="9cfdfa7a-c8f0-4020-9307-91f8354f3f6b" providerId="ADAL" clId="{2A64CEAC-3320-4639-96BD-CFB820E957F9}" dt="2026-05-24T11:54:39.781" v="480" actId="20577"/>
          <ac:spMkLst>
            <pc:docMk/>
            <pc:sldMk cId="2424756728" sldId="259"/>
            <ac:spMk id="2" creationId="{AA6FF1C8-C2B0-CD0C-070E-C7B2DE4D3736}"/>
          </ac:spMkLst>
        </pc:spChg>
        <pc:spChg chg="add del">
          <ac:chgData name="Toon Dergent" userId="9cfdfa7a-c8f0-4020-9307-91f8354f3f6b" providerId="ADAL" clId="{2A64CEAC-3320-4639-96BD-CFB820E957F9}" dt="2026-05-24T11:49:22.629" v="411" actId="478"/>
          <ac:spMkLst>
            <pc:docMk/>
            <pc:sldMk cId="2424756728" sldId="259"/>
            <ac:spMk id="3" creationId="{8941B48B-B2B8-11E1-032A-E706D4C95F50}"/>
          </ac:spMkLst>
        </pc:spChg>
        <pc:spChg chg="add">
          <ac:chgData name="Toon Dergent" userId="9cfdfa7a-c8f0-4020-9307-91f8354f3f6b" providerId="ADAL" clId="{2A64CEAC-3320-4639-96BD-CFB820E957F9}" dt="2026-05-24T11:48:15.321" v="383"/>
          <ac:spMkLst>
            <pc:docMk/>
            <pc:sldMk cId="2424756728" sldId="259"/>
            <ac:spMk id="5" creationId="{574D2118-F8BF-FD43-B8F6-A45402FEEC8D}"/>
          </ac:spMkLst>
        </pc:spChg>
        <pc:spChg chg="add del">
          <ac:chgData name="Toon Dergent" userId="9cfdfa7a-c8f0-4020-9307-91f8354f3f6b" providerId="ADAL" clId="{2A64CEAC-3320-4639-96BD-CFB820E957F9}" dt="2026-05-24T11:48:31.427" v="386" actId="22"/>
          <ac:spMkLst>
            <pc:docMk/>
            <pc:sldMk cId="2424756728" sldId="259"/>
            <ac:spMk id="7" creationId="{B52BB68A-AC38-9631-7914-0F8BB63C8DE2}"/>
          </ac:spMkLst>
        </pc:spChg>
        <pc:spChg chg="add del mod ord">
          <ac:chgData name="Toon Dergent" userId="9cfdfa7a-c8f0-4020-9307-91f8354f3f6b" providerId="ADAL" clId="{2A64CEAC-3320-4639-96BD-CFB820E957F9}" dt="2026-05-24T11:51:26.068" v="451" actId="478"/>
          <ac:spMkLst>
            <pc:docMk/>
            <pc:sldMk cId="2424756728" sldId="259"/>
            <ac:spMk id="9" creationId="{2DA94877-F76C-AD9E-BEC2-ED20361DB0CF}"/>
          </ac:spMkLst>
        </pc:spChg>
        <pc:spChg chg="add del">
          <ac:chgData name="Toon Dergent" userId="9cfdfa7a-c8f0-4020-9307-91f8354f3f6b" providerId="ADAL" clId="{2A64CEAC-3320-4639-96BD-CFB820E957F9}" dt="2026-05-24T11:48:42.181" v="391" actId="22"/>
          <ac:spMkLst>
            <pc:docMk/>
            <pc:sldMk cId="2424756728" sldId="259"/>
            <ac:spMk id="11" creationId="{CA54E826-21BE-D15D-E95D-FD9EA5B921A5}"/>
          </ac:spMkLst>
        </pc:spChg>
        <pc:spChg chg="add mod">
          <ac:chgData name="Toon Dergent" userId="9cfdfa7a-c8f0-4020-9307-91f8354f3f6b" providerId="ADAL" clId="{2A64CEAC-3320-4639-96BD-CFB820E957F9}" dt="2026-05-24T11:52:51.906" v="461" actId="14861"/>
          <ac:spMkLst>
            <pc:docMk/>
            <pc:sldMk cId="2424756728" sldId="259"/>
            <ac:spMk id="14" creationId="{53619B05-7E7B-F43E-0C8D-B91CB6752160}"/>
          </ac:spMkLst>
        </pc:spChg>
        <pc:spChg chg="add del">
          <ac:chgData name="Toon Dergent" userId="9cfdfa7a-c8f0-4020-9307-91f8354f3f6b" providerId="ADAL" clId="{2A64CEAC-3320-4639-96BD-CFB820E957F9}" dt="2026-05-24T11:49:45.953" v="417" actId="26606"/>
          <ac:spMkLst>
            <pc:docMk/>
            <pc:sldMk cId="2424756728" sldId="259"/>
            <ac:spMk id="16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1:49:45.953" v="417" actId="26606"/>
          <ac:spMkLst>
            <pc:docMk/>
            <pc:sldMk cId="2424756728" sldId="259"/>
            <ac:spMk id="17" creationId="{3A397E3E-B90C-4D82-BAAA-36F7AC6A4565}"/>
          </ac:spMkLst>
        </pc:spChg>
        <pc:spChg chg="add del">
          <ac:chgData name="Toon Dergent" userId="9cfdfa7a-c8f0-4020-9307-91f8354f3f6b" providerId="ADAL" clId="{2A64CEAC-3320-4639-96BD-CFB820E957F9}" dt="2026-05-24T11:49:09.367" v="398" actId="26606"/>
          <ac:spMkLst>
            <pc:docMk/>
            <pc:sldMk cId="2424756728" sldId="259"/>
            <ac:spMk id="25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1:49:09.367" v="398" actId="26606"/>
          <ac:spMkLst>
            <pc:docMk/>
            <pc:sldMk cId="2424756728" sldId="259"/>
            <ac:spMk id="27" creationId="{3A397E3E-B90C-4D82-BAAA-36F7AC6A4565}"/>
          </ac:spMkLst>
        </pc:spChg>
        <pc:spChg chg="add del">
          <ac:chgData name="Toon Dergent" userId="9cfdfa7a-c8f0-4020-9307-91f8354f3f6b" providerId="ADAL" clId="{2A64CEAC-3320-4639-96BD-CFB820E957F9}" dt="2026-05-24T11:49:09.367" v="398" actId="26606"/>
          <ac:spMkLst>
            <pc:docMk/>
            <pc:sldMk cId="2424756728" sldId="259"/>
            <ac:spMk id="29" creationId="{A19B25F6-D845-46F3-BA69-3D48CEF7EFE5}"/>
          </ac:spMkLst>
        </pc:spChg>
        <pc:spChg chg="add del">
          <ac:chgData name="Toon Dergent" userId="9cfdfa7a-c8f0-4020-9307-91f8354f3f6b" providerId="ADAL" clId="{2A64CEAC-3320-4639-96BD-CFB820E957F9}" dt="2026-05-24T11:49:09.367" v="398" actId="26606"/>
          <ac:spMkLst>
            <pc:docMk/>
            <pc:sldMk cId="2424756728" sldId="259"/>
            <ac:spMk id="33" creationId="{B8CCAA36-1E98-45B0-AAF9-D8807BA8EF22}"/>
          </ac:spMkLst>
        </pc:spChg>
        <pc:spChg chg="add del">
          <ac:chgData name="Toon Dergent" userId="9cfdfa7a-c8f0-4020-9307-91f8354f3f6b" providerId="ADAL" clId="{2A64CEAC-3320-4639-96BD-CFB820E957F9}" dt="2026-05-24T11:49:09.367" v="398" actId="26606"/>
          <ac:spMkLst>
            <pc:docMk/>
            <pc:sldMk cId="2424756728" sldId="259"/>
            <ac:spMk id="41" creationId="{558C4F41-C97D-4755-8F7C-8C0A8E182FCF}"/>
          </ac:spMkLst>
        </pc:spChg>
        <pc:spChg chg="add del">
          <ac:chgData name="Toon Dergent" userId="9cfdfa7a-c8f0-4020-9307-91f8354f3f6b" providerId="ADAL" clId="{2A64CEAC-3320-4639-96BD-CFB820E957F9}" dt="2026-05-24T11:49:16.464" v="404" actId="26606"/>
          <ac:spMkLst>
            <pc:docMk/>
            <pc:sldMk cId="2424756728" sldId="259"/>
            <ac:spMk id="42" creationId="{4FB204DF-284E-45F6-A017-79A4DF57BCCB}"/>
          </ac:spMkLst>
        </pc:spChg>
        <pc:spChg chg="add del">
          <ac:chgData name="Toon Dergent" userId="9cfdfa7a-c8f0-4020-9307-91f8354f3f6b" providerId="ADAL" clId="{2A64CEAC-3320-4639-96BD-CFB820E957F9}" dt="2026-05-24T11:49:09.367" v="398" actId="26606"/>
          <ac:spMkLst>
            <pc:docMk/>
            <pc:sldMk cId="2424756728" sldId="259"/>
            <ac:spMk id="43" creationId="{A232F408-BBCD-48EE-ABF6-95201EF72338}"/>
          </ac:spMkLst>
        </pc:spChg>
        <pc:spChg chg="add del">
          <ac:chgData name="Toon Dergent" userId="9cfdfa7a-c8f0-4020-9307-91f8354f3f6b" providerId="ADAL" clId="{2A64CEAC-3320-4639-96BD-CFB820E957F9}" dt="2026-05-24T11:49:16.464" v="404" actId="26606"/>
          <ac:spMkLst>
            <pc:docMk/>
            <pc:sldMk cId="2424756728" sldId="259"/>
            <ac:spMk id="44" creationId="{EB8560A9-B281-46EB-A304-1E4A5A00D6A9}"/>
          </ac:spMkLst>
        </pc:spChg>
        <pc:spChg chg="add del">
          <ac:chgData name="Toon Dergent" userId="9cfdfa7a-c8f0-4020-9307-91f8354f3f6b" providerId="ADAL" clId="{2A64CEAC-3320-4639-96BD-CFB820E957F9}" dt="2026-05-24T11:49:09.367" v="398" actId="26606"/>
          <ac:spMkLst>
            <pc:docMk/>
            <pc:sldMk cId="2424756728" sldId="259"/>
            <ac:spMk id="45" creationId="{302D5D2F-11CF-47F1-B542-8ED3199DC02C}"/>
          </ac:spMkLst>
        </pc:spChg>
        <pc:spChg chg="add del">
          <ac:chgData name="Toon Dergent" userId="9cfdfa7a-c8f0-4020-9307-91f8354f3f6b" providerId="ADAL" clId="{2A64CEAC-3320-4639-96BD-CFB820E957F9}" dt="2026-05-24T11:49:16.464" v="404" actId="26606"/>
          <ac:spMkLst>
            <pc:docMk/>
            <pc:sldMk cId="2424756728" sldId="259"/>
            <ac:spMk id="46" creationId="{4D1A5E71-B6B6-486A-8CDC-C7ABD9B903F6}"/>
          </ac:spMkLst>
        </pc:spChg>
        <pc:spChg chg="add del">
          <ac:chgData name="Toon Dergent" userId="9cfdfa7a-c8f0-4020-9307-91f8354f3f6b" providerId="ADAL" clId="{2A64CEAC-3320-4639-96BD-CFB820E957F9}" dt="2026-05-24T11:49:09.367" v="398" actId="26606"/>
          <ac:spMkLst>
            <pc:docMk/>
            <pc:sldMk cId="2424756728" sldId="259"/>
            <ac:spMk id="47" creationId="{79109165-7872-4D8A-A545-F48B3AF1D09E}"/>
          </ac:spMkLst>
        </pc:spChg>
        <pc:spChg chg="add del">
          <ac:chgData name="Toon Dergent" userId="9cfdfa7a-c8f0-4020-9307-91f8354f3f6b" providerId="ADAL" clId="{2A64CEAC-3320-4639-96BD-CFB820E957F9}" dt="2026-05-24T11:49:16.464" v="404" actId="26606"/>
          <ac:spMkLst>
            <pc:docMk/>
            <pc:sldMk cId="2424756728" sldId="259"/>
            <ac:spMk id="48" creationId="{667882DD-56E8-460E-99D5-86E71982D5AB}"/>
          </ac:spMkLst>
        </pc:spChg>
        <pc:spChg chg="add del">
          <ac:chgData name="Toon Dergent" userId="9cfdfa7a-c8f0-4020-9307-91f8354f3f6b" providerId="ADAL" clId="{2A64CEAC-3320-4639-96BD-CFB820E957F9}" dt="2026-05-24T11:49:45.953" v="417" actId="26606"/>
          <ac:spMkLst>
            <pc:docMk/>
            <pc:sldMk cId="2424756728" sldId="259"/>
            <ac:spMk id="50" creationId="{8F559C00-FBCE-4548-8AEC-2383BAB38371}"/>
          </ac:spMkLst>
        </pc:spChg>
        <pc:spChg chg="add del">
          <ac:chgData name="Toon Dergent" userId="9cfdfa7a-c8f0-4020-9307-91f8354f3f6b" providerId="ADAL" clId="{2A64CEAC-3320-4639-96BD-CFB820E957F9}" dt="2026-05-24T11:49:45.953" v="417" actId="26606"/>
          <ac:spMkLst>
            <pc:docMk/>
            <pc:sldMk cId="2424756728" sldId="259"/>
            <ac:spMk id="57" creationId="{CEFEAA38-170A-444D-B0F3-99624FA9D0CD}"/>
          </ac:spMkLst>
        </pc:spChg>
        <pc:spChg chg="add del">
          <ac:chgData name="Toon Dergent" userId="9cfdfa7a-c8f0-4020-9307-91f8354f3f6b" providerId="ADAL" clId="{2A64CEAC-3320-4639-96BD-CFB820E957F9}" dt="2026-05-24T11:49:09.367" v="398" actId="26606"/>
          <ac:spMkLst>
            <pc:docMk/>
            <pc:sldMk cId="2424756728" sldId="259"/>
            <ac:spMk id="58" creationId="{FEFCF180-A212-449F-8D07-5EC94B281A2E}"/>
          </ac:spMkLst>
        </pc:spChg>
        <pc:spChg chg="add del">
          <ac:chgData name="Toon Dergent" userId="9cfdfa7a-c8f0-4020-9307-91f8354f3f6b" providerId="ADAL" clId="{2A64CEAC-3320-4639-96BD-CFB820E957F9}" dt="2026-05-24T11:49:45.953" v="417" actId="26606"/>
          <ac:spMkLst>
            <pc:docMk/>
            <pc:sldMk cId="2424756728" sldId="259"/>
            <ac:spMk id="59" creationId="{166C5E0C-C82F-41AC-864E-919DB778FD5E}"/>
          </ac:spMkLst>
        </pc:spChg>
        <pc:spChg chg="add del">
          <ac:chgData name="Toon Dergent" userId="9cfdfa7a-c8f0-4020-9307-91f8354f3f6b" providerId="ADAL" clId="{2A64CEAC-3320-4639-96BD-CFB820E957F9}" dt="2026-05-24T11:49:09.367" v="398" actId="26606"/>
          <ac:spMkLst>
            <pc:docMk/>
            <pc:sldMk cId="2424756728" sldId="259"/>
            <ac:spMk id="60" creationId="{1400E1BC-11DC-49A0-856F-992F20EB435B}"/>
          </ac:spMkLst>
        </pc:spChg>
        <pc:spChg chg="add del">
          <ac:chgData name="Toon Dergent" userId="9cfdfa7a-c8f0-4020-9307-91f8354f3f6b" providerId="ADAL" clId="{2A64CEAC-3320-4639-96BD-CFB820E957F9}" dt="2026-05-24T11:49:45.953" v="417" actId="26606"/>
          <ac:spMkLst>
            <pc:docMk/>
            <pc:sldMk cId="2424756728" sldId="259"/>
            <ac:spMk id="61" creationId="{2E1929A1-D7FF-4E85-AA19-59CA57DFFC2C}"/>
          </ac:spMkLst>
        </pc:spChg>
        <pc:spChg chg="add del">
          <ac:chgData name="Toon Dergent" userId="9cfdfa7a-c8f0-4020-9307-91f8354f3f6b" providerId="ADAL" clId="{2A64CEAC-3320-4639-96BD-CFB820E957F9}" dt="2026-05-24T11:49:45.953" v="417" actId="26606"/>
          <ac:spMkLst>
            <pc:docMk/>
            <pc:sldMk cId="2424756728" sldId="259"/>
            <ac:spMk id="63" creationId="{EC9707BA-98EC-4E12-B9E9-93CB8F65C789}"/>
          </ac:spMkLst>
        </pc:spChg>
        <pc:spChg chg="add del">
          <ac:chgData name="Toon Dergent" userId="9cfdfa7a-c8f0-4020-9307-91f8354f3f6b" providerId="ADAL" clId="{2A64CEAC-3320-4639-96BD-CFB820E957F9}" dt="2026-05-24T11:49:14.004" v="400" actId="26606"/>
          <ac:spMkLst>
            <pc:docMk/>
            <pc:sldMk cId="2424756728" sldId="259"/>
            <ac:spMk id="68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1:49:14.004" v="400" actId="26606"/>
          <ac:spMkLst>
            <pc:docMk/>
            <pc:sldMk cId="2424756728" sldId="259"/>
            <ac:spMk id="69" creationId="{489B7BFD-8F45-4093-AD9C-91B15B0503D9}"/>
          </ac:spMkLst>
        </pc:spChg>
        <pc:spChg chg="add del">
          <ac:chgData name="Toon Dergent" userId="9cfdfa7a-c8f0-4020-9307-91f8354f3f6b" providerId="ADAL" clId="{2A64CEAC-3320-4639-96BD-CFB820E957F9}" dt="2026-05-24T11:49:14.004" v="400" actId="26606"/>
          <ac:spMkLst>
            <pc:docMk/>
            <pc:sldMk cId="2424756728" sldId="259"/>
            <ac:spMk id="76" creationId="{B410157D-B333-4FC1-952E-FB1E4A1F86E6}"/>
          </ac:spMkLst>
        </pc:spChg>
        <pc:spChg chg="add del">
          <ac:chgData name="Toon Dergent" userId="9cfdfa7a-c8f0-4020-9307-91f8354f3f6b" providerId="ADAL" clId="{2A64CEAC-3320-4639-96BD-CFB820E957F9}" dt="2026-05-24T11:49:14.004" v="400" actId="26606"/>
          <ac:spMkLst>
            <pc:docMk/>
            <pc:sldMk cId="2424756728" sldId="259"/>
            <ac:spMk id="77" creationId="{DFE66D7D-ABDD-4F6B-A637-3A3A2ACE1A69}"/>
          </ac:spMkLst>
        </pc:spChg>
        <pc:spChg chg="add del">
          <ac:chgData name="Toon Dergent" userId="9cfdfa7a-c8f0-4020-9307-91f8354f3f6b" providerId="ADAL" clId="{2A64CEAC-3320-4639-96BD-CFB820E957F9}" dt="2026-05-24T11:49:14.004" v="400" actId="26606"/>
          <ac:spMkLst>
            <pc:docMk/>
            <pc:sldMk cId="2424756728" sldId="259"/>
            <ac:spMk id="78" creationId="{2D1AF5D9-E67F-4DB6-8615-293D22495C1F}"/>
          </ac:spMkLst>
        </pc:spChg>
        <pc:spChg chg="add del">
          <ac:chgData name="Toon Dergent" userId="9cfdfa7a-c8f0-4020-9307-91f8354f3f6b" providerId="ADAL" clId="{2A64CEAC-3320-4639-96BD-CFB820E957F9}" dt="2026-05-24T11:49:15.512" v="402" actId="26606"/>
          <ac:spMkLst>
            <pc:docMk/>
            <pc:sldMk cId="2424756728" sldId="259"/>
            <ac:spMk id="81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1:49:15.512" v="402" actId="26606"/>
          <ac:spMkLst>
            <pc:docMk/>
            <pc:sldMk cId="2424756728" sldId="259"/>
            <ac:spMk id="82" creationId="{3A397E3E-B90C-4D82-BAAA-36F7AC6A4565}"/>
          </ac:spMkLst>
        </pc:spChg>
        <pc:spChg chg="add del">
          <ac:chgData name="Toon Dergent" userId="9cfdfa7a-c8f0-4020-9307-91f8354f3f6b" providerId="ADAL" clId="{2A64CEAC-3320-4639-96BD-CFB820E957F9}" dt="2026-05-24T11:49:56.208" v="419" actId="26606"/>
          <ac:spMkLst>
            <pc:docMk/>
            <pc:sldMk cId="2424756728" sldId="259"/>
            <ac:spMk id="84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1:49:56.208" v="419" actId="26606"/>
          <ac:spMkLst>
            <pc:docMk/>
            <pc:sldMk cId="2424756728" sldId="259"/>
            <ac:spMk id="85" creationId="{51F77B6A-7F53-4B28-B73D-C8CC899AB221}"/>
          </ac:spMkLst>
        </pc:spChg>
        <pc:spChg chg="add del">
          <ac:chgData name="Toon Dergent" userId="9cfdfa7a-c8f0-4020-9307-91f8354f3f6b" providerId="ADAL" clId="{2A64CEAC-3320-4639-96BD-CFB820E957F9}" dt="2026-05-24T11:49:56.208" v="419" actId="26606"/>
          <ac:spMkLst>
            <pc:docMk/>
            <pc:sldMk cId="2424756728" sldId="259"/>
            <ac:spMk id="91" creationId="{F6E412EF-CF39-4C25-85B0-DB30B1B0A8C4}"/>
          </ac:spMkLst>
        </pc:spChg>
        <pc:spChg chg="add del">
          <ac:chgData name="Toon Dergent" userId="9cfdfa7a-c8f0-4020-9307-91f8354f3f6b" providerId="ADAL" clId="{2A64CEAC-3320-4639-96BD-CFB820E957F9}" dt="2026-05-24T11:49:15.512" v="402" actId="26606"/>
          <ac:spMkLst>
            <pc:docMk/>
            <pc:sldMk cId="2424756728" sldId="259"/>
            <ac:spMk id="92" creationId="{8F559C00-FBCE-4548-8AEC-2383BAB38371}"/>
          </ac:spMkLst>
        </pc:spChg>
        <pc:spChg chg="add del">
          <ac:chgData name="Toon Dergent" userId="9cfdfa7a-c8f0-4020-9307-91f8354f3f6b" providerId="ADAL" clId="{2A64CEAC-3320-4639-96BD-CFB820E957F9}" dt="2026-05-24T11:49:15.512" v="402" actId="26606"/>
          <ac:spMkLst>
            <pc:docMk/>
            <pc:sldMk cId="2424756728" sldId="259"/>
            <ac:spMk id="93" creationId="{CEFEAA38-170A-444D-B0F3-99624FA9D0CD}"/>
          </ac:spMkLst>
        </pc:spChg>
        <pc:spChg chg="add del">
          <ac:chgData name="Toon Dergent" userId="9cfdfa7a-c8f0-4020-9307-91f8354f3f6b" providerId="ADAL" clId="{2A64CEAC-3320-4639-96BD-CFB820E957F9}" dt="2026-05-24T11:49:15.512" v="402" actId="26606"/>
          <ac:spMkLst>
            <pc:docMk/>
            <pc:sldMk cId="2424756728" sldId="259"/>
            <ac:spMk id="94" creationId="{166C5E0C-C82F-41AC-864E-919DB778FD5E}"/>
          </ac:spMkLst>
        </pc:spChg>
        <pc:spChg chg="add del">
          <ac:chgData name="Toon Dergent" userId="9cfdfa7a-c8f0-4020-9307-91f8354f3f6b" providerId="ADAL" clId="{2A64CEAC-3320-4639-96BD-CFB820E957F9}" dt="2026-05-24T11:49:15.512" v="402" actId="26606"/>
          <ac:spMkLst>
            <pc:docMk/>
            <pc:sldMk cId="2424756728" sldId="259"/>
            <ac:spMk id="95" creationId="{2E1929A1-D7FF-4E85-AA19-59CA57DFFC2C}"/>
          </ac:spMkLst>
        </pc:spChg>
        <pc:spChg chg="add del">
          <ac:chgData name="Toon Dergent" userId="9cfdfa7a-c8f0-4020-9307-91f8354f3f6b" providerId="ADAL" clId="{2A64CEAC-3320-4639-96BD-CFB820E957F9}" dt="2026-05-24T11:49:15.512" v="402" actId="26606"/>
          <ac:spMkLst>
            <pc:docMk/>
            <pc:sldMk cId="2424756728" sldId="259"/>
            <ac:spMk id="96" creationId="{EC9707BA-98EC-4E12-B9E9-93CB8F65C789}"/>
          </ac:spMkLst>
        </pc:spChg>
        <pc:spChg chg="add del">
          <ac:chgData name="Toon Dergent" userId="9cfdfa7a-c8f0-4020-9307-91f8354f3f6b" providerId="ADAL" clId="{2A64CEAC-3320-4639-96BD-CFB820E957F9}" dt="2026-05-24T11:49:56.208" v="419" actId="26606"/>
          <ac:spMkLst>
            <pc:docMk/>
            <pc:sldMk cId="2424756728" sldId="259"/>
            <ac:spMk id="98" creationId="{E8DA6235-17F2-4C9E-88C6-C5D38D8D3C03}"/>
          </ac:spMkLst>
        </pc:spChg>
        <pc:spChg chg="add del">
          <ac:chgData name="Toon Dergent" userId="9cfdfa7a-c8f0-4020-9307-91f8354f3f6b" providerId="ADAL" clId="{2A64CEAC-3320-4639-96BD-CFB820E957F9}" dt="2026-05-24T11:49:56.208" v="419" actId="26606"/>
          <ac:spMkLst>
            <pc:docMk/>
            <pc:sldMk cId="2424756728" sldId="259"/>
            <ac:spMk id="100" creationId="{B55DEF71-1741-4489-8E77-46FC5BAA66E2}"/>
          </ac:spMkLst>
        </pc:spChg>
        <pc:spChg chg="add del">
          <ac:chgData name="Toon Dergent" userId="9cfdfa7a-c8f0-4020-9307-91f8354f3f6b" providerId="ADAL" clId="{2A64CEAC-3320-4639-96BD-CFB820E957F9}" dt="2026-05-24T11:49:56.208" v="419" actId="26606"/>
          <ac:spMkLst>
            <pc:docMk/>
            <pc:sldMk cId="2424756728" sldId="259"/>
            <ac:spMk id="101" creationId="{82347B6D-A7CC-48EB-861F-917D0D61E3EA}"/>
          </ac:spMkLst>
        </pc:spChg>
        <pc:spChg chg="add del">
          <ac:chgData name="Toon Dergent" userId="9cfdfa7a-c8f0-4020-9307-91f8354f3f6b" providerId="ADAL" clId="{2A64CEAC-3320-4639-96BD-CFB820E957F9}" dt="2026-05-24T11:49:56.208" v="419" actId="26606"/>
          <ac:spMkLst>
            <pc:docMk/>
            <pc:sldMk cId="2424756728" sldId="259"/>
            <ac:spMk id="102" creationId="{A7A0A46D-CC9B-4E32-870A-7BC2DF940144}"/>
          </ac:spMkLst>
        </pc:spChg>
        <pc:spChg chg="add del">
          <ac:chgData name="Toon Dergent" userId="9cfdfa7a-c8f0-4020-9307-91f8354f3f6b" providerId="ADAL" clId="{2A64CEAC-3320-4639-96BD-CFB820E957F9}" dt="2026-05-24T11:49:56.208" v="419" actId="26606"/>
          <ac:spMkLst>
            <pc:docMk/>
            <pc:sldMk cId="2424756728" sldId="259"/>
            <ac:spMk id="103" creationId="{9178722E-1BD0-427E-BAAE-4F206DAB5818}"/>
          </ac:spMkLst>
        </pc:spChg>
        <pc:spChg chg="add del">
          <ac:chgData name="Toon Dergent" userId="9cfdfa7a-c8f0-4020-9307-91f8354f3f6b" providerId="ADAL" clId="{2A64CEAC-3320-4639-96BD-CFB820E957F9}" dt="2026-05-24T11:49:16.464" v="404" actId="26606"/>
          <ac:spMkLst>
            <pc:docMk/>
            <pc:sldMk cId="2424756728" sldId="259"/>
            <ac:spMk id="105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1:49:16.464" v="404" actId="26606"/>
          <ac:spMkLst>
            <pc:docMk/>
            <pc:sldMk cId="2424756728" sldId="259"/>
            <ac:spMk id="106" creationId="{8B646C36-EEEC-4D52-8E8E-206F4CD8A3DA}"/>
          </ac:spMkLst>
        </pc:spChg>
        <pc:spChg chg="add del">
          <ac:chgData name="Toon Dergent" userId="9cfdfa7a-c8f0-4020-9307-91f8354f3f6b" providerId="ADAL" clId="{2A64CEAC-3320-4639-96BD-CFB820E957F9}" dt="2026-05-24T11:49:16.464" v="404" actId="26606"/>
          <ac:spMkLst>
            <pc:docMk/>
            <pc:sldMk cId="2424756728" sldId="259"/>
            <ac:spMk id="109" creationId="{8258443E-B333-44F4-8D49-1EAB1C1A4613}"/>
          </ac:spMkLst>
        </pc:spChg>
        <pc:spChg chg="add del">
          <ac:chgData name="Toon Dergent" userId="9cfdfa7a-c8f0-4020-9307-91f8354f3f6b" providerId="ADAL" clId="{2A64CEAC-3320-4639-96BD-CFB820E957F9}" dt="2026-05-24T11:49:17.246" v="406" actId="26606"/>
          <ac:spMkLst>
            <pc:docMk/>
            <pc:sldMk cId="2424756728" sldId="259"/>
            <ac:spMk id="115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1:49:17.246" v="406" actId="26606"/>
          <ac:spMkLst>
            <pc:docMk/>
            <pc:sldMk cId="2424756728" sldId="259"/>
            <ac:spMk id="116" creationId="{51F77B6A-7F53-4B28-B73D-C8CC899AB221}"/>
          </ac:spMkLst>
        </pc:spChg>
        <pc:spChg chg="add del">
          <ac:chgData name="Toon Dergent" userId="9cfdfa7a-c8f0-4020-9307-91f8354f3f6b" providerId="ADAL" clId="{2A64CEAC-3320-4639-96BD-CFB820E957F9}" dt="2026-05-24T11:49:17.246" v="406" actId="26606"/>
          <ac:spMkLst>
            <pc:docMk/>
            <pc:sldMk cId="2424756728" sldId="259"/>
            <ac:spMk id="120" creationId="{F6E412EF-CF39-4C25-85B0-DB30B1B0A8C4}"/>
          </ac:spMkLst>
        </pc:spChg>
        <pc:spChg chg="add del">
          <ac:chgData name="Toon Dergent" userId="9cfdfa7a-c8f0-4020-9307-91f8354f3f6b" providerId="ADAL" clId="{2A64CEAC-3320-4639-96BD-CFB820E957F9}" dt="2026-05-24T11:49:17.246" v="406" actId="26606"/>
          <ac:spMkLst>
            <pc:docMk/>
            <pc:sldMk cId="2424756728" sldId="259"/>
            <ac:spMk id="121" creationId="{E8DA6235-17F2-4C9E-88C6-C5D38D8D3C03}"/>
          </ac:spMkLst>
        </pc:spChg>
        <pc:spChg chg="add del">
          <ac:chgData name="Toon Dergent" userId="9cfdfa7a-c8f0-4020-9307-91f8354f3f6b" providerId="ADAL" clId="{2A64CEAC-3320-4639-96BD-CFB820E957F9}" dt="2026-05-24T11:49:17.246" v="406" actId="26606"/>
          <ac:spMkLst>
            <pc:docMk/>
            <pc:sldMk cId="2424756728" sldId="259"/>
            <ac:spMk id="122" creationId="{B55DEF71-1741-4489-8E77-46FC5BAA66E2}"/>
          </ac:spMkLst>
        </pc:spChg>
        <pc:spChg chg="add del">
          <ac:chgData name="Toon Dergent" userId="9cfdfa7a-c8f0-4020-9307-91f8354f3f6b" providerId="ADAL" clId="{2A64CEAC-3320-4639-96BD-CFB820E957F9}" dt="2026-05-24T11:49:17.246" v="406" actId="26606"/>
          <ac:spMkLst>
            <pc:docMk/>
            <pc:sldMk cId="2424756728" sldId="259"/>
            <ac:spMk id="123" creationId="{82347B6D-A7CC-48EB-861F-917D0D61E3EA}"/>
          </ac:spMkLst>
        </pc:spChg>
        <pc:spChg chg="add del">
          <ac:chgData name="Toon Dergent" userId="9cfdfa7a-c8f0-4020-9307-91f8354f3f6b" providerId="ADAL" clId="{2A64CEAC-3320-4639-96BD-CFB820E957F9}" dt="2026-05-24T11:49:17.246" v="406" actId="26606"/>
          <ac:spMkLst>
            <pc:docMk/>
            <pc:sldMk cId="2424756728" sldId="259"/>
            <ac:spMk id="124" creationId="{A7A0A46D-CC9B-4E32-870A-7BC2DF940144}"/>
          </ac:spMkLst>
        </pc:spChg>
        <pc:spChg chg="add del">
          <ac:chgData name="Toon Dergent" userId="9cfdfa7a-c8f0-4020-9307-91f8354f3f6b" providerId="ADAL" clId="{2A64CEAC-3320-4639-96BD-CFB820E957F9}" dt="2026-05-24T11:49:17.246" v="406" actId="26606"/>
          <ac:spMkLst>
            <pc:docMk/>
            <pc:sldMk cId="2424756728" sldId="259"/>
            <ac:spMk id="125" creationId="{9178722E-1BD0-427E-BAAE-4F206DAB5818}"/>
          </ac:spMkLst>
        </pc:spChg>
        <pc:spChg chg="add">
          <ac:chgData name="Toon Dergent" userId="9cfdfa7a-c8f0-4020-9307-91f8354f3f6b" providerId="ADAL" clId="{2A64CEAC-3320-4639-96BD-CFB820E957F9}" dt="2026-05-24T11:49:56.288" v="420" actId="26606"/>
          <ac:spMkLst>
            <pc:docMk/>
            <pc:sldMk cId="2424756728" sldId="259"/>
            <ac:spMk id="384" creationId="{7D6BF779-0B8C-4CC2-9268-9506AD0C5331}"/>
          </ac:spMkLst>
        </pc:spChg>
        <pc:spChg chg="add">
          <ac:chgData name="Toon Dergent" userId="9cfdfa7a-c8f0-4020-9307-91f8354f3f6b" providerId="ADAL" clId="{2A64CEAC-3320-4639-96BD-CFB820E957F9}" dt="2026-05-24T11:49:56.288" v="420" actId="26606"/>
          <ac:spMkLst>
            <pc:docMk/>
            <pc:sldMk cId="2424756728" sldId="259"/>
            <ac:spMk id="385" creationId="{489B7BFD-8F45-4093-AD9C-91B15B0503D9}"/>
          </ac:spMkLst>
        </pc:spChg>
        <pc:spChg chg="add del">
          <ac:chgData name="Toon Dergent" userId="9cfdfa7a-c8f0-4020-9307-91f8354f3f6b" providerId="ADAL" clId="{2A64CEAC-3320-4639-96BD-CFB820E957F9}" dt="2026-05-24T11:49:18.980" v="408" actId="26606"/>
          <ac:spMkLst>
            <pc:docMk/>
            <pc:sldMk cId="2424756728" sldId="259"/>
            <ac:spMk id="388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1:49:18.980" v="408" actId="26606"/>
          <ac:spMkLst>
            <pc:docMk/>
            <pc:sldMk cId="2424756728" sldId="259"/>
            <ac:spMk id="389" creationId="{489B7BFD-8F45-4093-AD9C-91B15B0503D9}"/>
          </ac:spMkLst>
        </pc:spChg>
        <pc:spChg chg="add del">
          <ac:chgData name="Toon Dergent" userId="9cfdfa7a-c8f0-4020-9307-91f8354f3f6b" providerId="ADAL" clId="{2A64CEAC-3320-4639-96BD-CFB820E957F9}" dt="2026-05-24T11:53:04.357" v="463" actId="11529"/>
          <ac:spMkLst>
            <pc:docMk/>
            <pc:sldMk cId="2424756728" sldId="259"/>
            <ac:spMk id="481" creationId="{07B34DC1-A6C1-8B4A-3B2E-0B757DEED64C}"/>
          </ac:spMkLst>
        </pc:spChg>
        <pc:spChg chg="add mod">
          <ac:chgData name="Toon Dergent" userId="9cfdfa7a-c8f0-4020-9307-91f8354f3f6b" providerId="ADAL" clId="{2A64CEAC-3320-4639-96BD-CFB820E957F9}" dt="2026-05-24T11:54:07.211" v="467" actId="14861"/>
          <ac:spMkLst>
            <pc:docMk/>
            <pc:sldMk cId="2424756728" sldId="259"/>
            <ac:spMk id="482" creationId="{010595DC-5281-46FA-7D40-C42A9DAE4CD6}"/>
          </ac:spMkLst>
        </pc:spChg>
        <pc:grpChg chg="add">
          <ac:chgData name="Toon Dergent" userId="9cfdfa7a-c8f0-4020-9307-91f8354f3f6b" providerId="ADAL" clId="{2A64CEAC-3320-4639-96BD-CFB820E957F9}" dt="2026-05-24T11:49:42.173" v="416" actId="26606"/>
          <ac:grpSpMkLst>
            <pc:docMk/>
            <pc:sldMk cId="2424756728" sldId="259"/>
            <ac:grpSpMk id="15" creationId="{8A351602-3772-4279-B0D3-A523F6F6EAB3}"/>
          </ac:grpSpMkLst>
        </pc:grpChg>
        <pc:grpChg chg="add del">
          <ac:chgData name="Toon Dergent" userId="9cfdfa7a-c8f0-4020-9307-91f8354f3f6b" providerId="ADAL" clId="{2A64CEAC-3320-4639-96BD-CFB820E957F9}" dt="2026-05-24T11:49:14.004" v="400" actId="26606"/>
          <ac:grpSpMkLst>
            <pc:docMk/>
            <pc:sldMk cId="2424756728" sldId="259"/>
            <ac:grpSpMk id="62" creationId="{8A351602-3772-4279-B0D3-A523F6F6EAB3}"/>
          </ac:grpSpMkLst>
        </pc:grpChg>
        <pc:grpChg chg="del">
          <ac:chgData name="Toon Dergent" userId="9cfdfa7a-c8f0-4020-9307-91f8354f3f6b" providerId="ADAL" clId="{2A64CEAC-3320-4639-96BD-CFB820E957F9}" dt="2026-05-24T11:49:45.953" v="417" actId="26606"/>
          <ac:grpSpMkLst>
            <pc:docMk/>
            <pc:sldMk cId="2424756728" sldId="259"/>
            <ac:grpSpMk id="64" creationId="{AF7AF31A-E7AD-47BE-BF07-BBF9445B3252}"/>
          </ac:grpSpMkLst>
        </pc:grpChg>
        <pc:grpChg chg="add del">
          <ac:chgData name="Toon Dergent" userId="9cfdfa7a-c8f0-4020-9307-91f8354f3f6b" providerId="ADAL" clId="{2A64CEAC-3320-4639-96BD-CFB820E957F9}" dt="2026-05-24T11:49:14.004" v="400" actId="26606"/>
          <ac:grpSpMkLst>
            <pc:docMk/>
            <pc:sldMk cId="2424756728" sldId="259"/>
            <ac:grpSpMk id="70" creationId="{5ECDEC52-15F3-49DD-BCBA-A0533E540F0C}"/>
          </ac:grpSpMkLst>
        </pc:grpChg>
        <pc:grpChg chg="add del">
          <ac:chgData name="Toon Dergent" userId="9cfdfa7a-c8f0-4020-9307-91f8354f3f6b" providerId="ADAL" clId="{2A64CEAC-3320-4639-96BD-CFB820E957F9}" dt="2026-05-24T11:49:14.004" v="400" actId="26606"/>
          <ac:grpSpMkLst>
            <pc:docMk/>
            <pc:sldMk cId="2424756728" sldId="259"/>
            <ac:grpSpMk id="72" creationId="{4D91CBDC-3A55-4B80-A109-4C758ADF147B}"/>
          </ac:grpSpMkLst>
        </pc:grpChg>
        <pc:grpChg chg="add del">
          <ac:chgData name="Toon Dergent" userId="9cfdfa7a-c8f0-4020-9307-91f8354f3f6b" providerId="ADAL" clId="{2A64CEAC-3320-4639-96BD-CFB820E957F9}" dt="2026-05-24T11:49:15.512" v="402" actId="26606"/>
          <ac:grpSpMkLst>
            <pc:docMk/>
            <pc:sldMk cId="2424756728" sldId="259"/>
            <ac:grpSpMk id="83" creationId="{04A65D55-7E2D-4A21-B355-917D3C6F3E93}"/>
          </ac:grpSpMkLst>
        </pc:grpChg>
        <pc:grpChg chg="add">
          <ac:chgData name="Toon Dergent" userId="9cfdfa7a-c8f0-4020-9307-91f8354f3f6b" providerId="ADAL" clId="{2A64CEAC-3320-4639-96BD-CFB820E957F9}" dt="2026-05-24T11:49:15.522" v="403" actId="26606"/>
          <ac:grpSpMkLst>
            <pc:docMk/>
            <pc:sldMk cId="2424756728" sldId="259"/>
            <ac:grpSpMk id="107" creationId="{B2EBBF56-923D-48A7-9F8F-86E33CFA3EF9}"/>
          </ac:grpSpMkLst>
        </pc:grpChg>
        <pc:grpChg chg="del">
          <ac:chgData name="Toon Dergent" userId="9cfdfa7a-c8f0-4020-9307-91f8354f3f6b" providerId="ADAL" clId="{2A64CEAC-3320-4639-96BD-CFB820E957F9}" dt="2026-05-24T11:49:16.464" v="404" actId="26606"/>
          <ac:grpSpMkLst>
            <pc:docMk/>
            <pc:sldMk cId="2424756728" sldId="259"/>
            <ac:grpSpMk id="110" creationId="{FB9739EB-7F66-433D-841F-AB3CD18700B7}"/>
          </ac:grpSpMkLst>
        </pc:grpChg>
        <pc:grpChg chg="add del">
          <ac:chgData name="Toon Dergent" userId="9cfdfa7a-c8f0-4020-9307-91f8354f3f6b" providerId="ADAL" clId="{2A64CEAC-3320-4639-96BD-CFB820E957F9}" dt="2026-05-24T11:49:18.980" v="408" actId="26606"/>
          <ac:grpSpMkLst>
            <pc:docMk/>
            <pc:sldMk cId="2424756728" sldId="259"/>
            <ac:grpSpMk id="382" creationId="{8A351602-3772-4279-B0D3-A523F6F6EAB3}"/>
          </ac:grpSpMkLst>
        </pc:grpChg>
        <pc:grpChg chg="add">
          <ac:chgData name="Toon Dergent" userId="9cfdfa7a-c8f0-4020-9307-91f8354f3f6b" providerId="ADAL" clId="{2A64CEAC-3320-4639-96BD-CFB820E957F9}" dt="2026-05-24T11:49:56.288" v="420" actId="26606"/>
          <ac:grpSpMkLst>
            <pc:docMk/>
            <pc:sldMk cId="2424756728" sldId="259"/>
            <ac:grpSpMk id="383" creationId="{8A351602-3772-4279-B0D3-A523F6F6EAB3}"/>
          </ac:grpSpMkLst>
        </pc:grpChg>
        <pc:grpChg chg="add">
          <ac:chgData name="Toon Dergent" userId="9cfdfa7a-c8f0-4020-9307-91f8354f3f6b" providerId="ADAL" clId="{2A64CEAC-3320-4639-96BD-CFB820E957F9}" dt="2026-05-24T11:49:56.288" v="420" actId="26606"/>
          <ac:grpSpMkLst>
            <pc:docMk/>
            <pc:sldMk cId="2424756728" sldId="259"/>
            <ac:grpSpMk id="386" creationId="{19C50935-4DD3-46C8-B0BE-74860460EFCF}"/>
          </ac:grpSpMkLst>
        </pc:grpChg>
        <pc:grpChg chg="add del">
          <ac:chgData name="Toon Dergent" userId="9cfdfa7a-c8f0-4020-9307-91f8354f3f6b" providerId="ADAL" clId="{2A64CEAC-3320-4639-96BD-CFB820E957F9}" dt="2026-05-24T11:49:18.980" v="408" actId="26606"/>
          <ac:grpSpMkLst>
            <pc:docMk/>
            <pc:sldMk cId="2424756728" sldId="259"/>
            <ac:grpSpMk id="390" creationId="{19C50935-4DD3-46C8-B0BE-74860460EFCF}"/>
          </ac:grpSpMkLst>
        </pc:grpChg>
        <pc:grpChg chg="add">
          <ac:chgData name="Toon Dergent" userId="9cfdfa7a-c8f0-4020-9307-91f8354f3f6b" providerId="ADAL" clId="{2A64CEAC-3320-4639-96BD-CFB820E957F9}" dt="2026-05-24T11:49:56.288" v="420" actId="26606"/>
          <ac:grpSpMkLst>
            <pc:docMk/>
            <pc:sldMk cId="2424756728" sldId="259"/>
            <ac:grpSpMk id="391" creationId="{EC86BE98-673F-469D-B15E-8B6305CE3A58}"/>
          </ac:grpSpMkLst>
        </pc:grpChg>
        <pc:grpChg chg="add del">
          <ac:chgData name="Toon Dergent" userId="9cfdfa7a-c8f0-4020-9307-91f8354f3f6b" providerId="ADAL" clId="{2A64CEAC-3320-4639-96BD-CFB820E957F9}" dt="2026-05-24T11:49:18.980" v="408" actId="26606"/>
          <ac:grpSpMkLst>
            <pc:docMk/>
            <pc:sldMk cId="2424756728" sldId="259"/>
            <ac:grpSpMk id="393" creationId="{EC86BE98-673F-469D-B15E-8B6305CE3A58}"/>
          </ac:grpSpMkLst>
        </pc:grpChg>
        <pc:grpChg chg="add">
          <ac:chgData name="Toon Dergent" userId="9cfdfa7a-c8f0-4020-9307-91f8354f3f6b" providerId="ADAL" clId="{2A64CEAC-3320-4639-96BD-CFB820E957F9}" dt="2026-05-24T11:49:56.288" v="420" actId="26606"/>
          <ac:grpSpMkLst>
            <pc:docMk/>
            <pc:sldMk cId="2424756728" sldId="259"/>
            <ac:grpSpMk id="397" creationId="{F70AAE9F-D40D-4A06-A542-AB26D8AB98F2}"/>
          </ac:grpSpMkLst>
        </pc:grpChg>
        <pc:grpChg chg="add del">
          <ac:chgData name="Toon Dergent" userId="9cfdfa7a-c8f0-4020-9307-91f8354f3f6b" providerId="ADAL" clId="{2A64CEAC-3320-4639-96BD-CFB820E957F9}" dt="2026-05-24T11:49:18.980" v="408" actId="26606"/>
          <ac:grpSpMkLst>
            <pc:docMk/>
            <pc:sldMk cId="2424756728" sldId="259"/>
            <ac:grpSpMk id="399" creationId="{F70AAE9F-D40D-4A06-A542-AB26D8AB98F2}"/>
          </ac:grpSpMkLst>
        </pc:grpChg>
        <pc:picChg chg="add mod ord">
          <ac:chgData name="Toon Dergent" userId="9cfdfa7a-c8f0-4020-9307-91f8354f3f6b" providerId="ADAL" clId="{2A64CEAC-3320-4639-96BD-CFB820E957F9}" dt="2026-05-24T11:51:34.183" v="452" actId="1076"/>
          <ac:picMkLst>
            <pc:docMk/>
            <pc:sldMk cId="2424756728" sldId="259"/>
            <ac:picMk id="13" creationId="{2E7E16EA-F850-FB00-2D8C-B0B941A48549}"/>
          </ac:picMkLst>
        </pc:picChg>
      </pc:sldChg>
      <pc:sldChg chg="addSp delSp modSp new del mod setBg">
        <pc:chgData name="Toon Dergent" userId="9cfdfa7a-c8f0-4020-9307-91f8354f3f6b" providerId="ADAL" clId="{2A64CEAC-3320-4639-96BD-CFB820E957F9}" dt="2026-05-24T14:03:06.343" v="949" actId="47"/>
        <pc:sldMkLst>
          <pc:docMk/>
          <pc:sldMk cId="3387905897" sldId="260"/>
        </pc:sldMkLst>
        <pc:spChg chg="mod">
          <ac:chgData name="Toon Dergent" userId="9cfdfa7a-c8f0-4020-9307-91f8354f3f6b" providerId="ADAL" clId="{2A64CEAC-3320-4639-96BD-CFB820E957F9}" dt="2026-05-24T12:05:58.521" v="506" actId="26606"/>
          <ac:spMkLst>
            <pc:docMk/>
            <pc:sldMk cId="3387905897" sldId="260"/>
            <ac:spMk id="2" creationId="{57BD6FC0-6E70-3756-8466-A4F65040FAF8}"/>
          </ac:spMkLst>
        </pc:spChg>
        <pc:spChg chg="del">
          <ac:chgData name="Toon Dergent" userId="9cfdfa7a-c8f0-4020-9307-91f8354f3f6b" providerId="ADAL" clId="{2A64CEAC-3320-4639-96BD-CFB820E957F9}" dt="2026-05-24T12:05:07.123" v="482"/>
          <ac:spMkLst>
            <pc:docMk/>
            <pc:sldMk cId="3387905897" sldId="260"/>
            <ac:spMk id="3" creationId="{5BC0A5C7-406E-F0AC-E521-BD04137179EF}"/>
          </ac:spMkLst>
        </pc:spChg>
        <pc:spChg chg="add del mod">
          <ac:chgData name="Toon Dergent" userId="9cfdfa7a-c8f0-4020-9307-91f8354f3f6b" providerId="ADAL" clId="{2A64CEAC-3320-4639-96BD-CFB820E957F9}" dt="2026-05-24T12:05:46.357" v="502"/>
          <ac:spMkLst>
            <pc:docMk/>
            <pc:sldMk cId="3387905897" sldId="260"/>
            <ac:spMk id="7" creationId="{EF47D9C4-9BF4-6E51-702A-25E86489A1AC}"/>
          </ac:spMkLst>
        </pc:spChg>
        <pc:spChg chg="add del">
          <ac:chgData name="Toon Dergent" userId="9cfdfa7a-c8f0-4020-9307-91f8354f3f6b" providerId="ADAL" clId="{2A64CEAC-3320-4639-96BD-CFB820E957F9}" dt="2026-05-24T12:05:58.521" v="506" actId="26606"/>
          <ac:spMkLst>
            <pc:docMk/>
            <pc:sldMk cId="3387905897" sldId="260"/>
            <ac:spMk id="13" creationId="{752466BD-307E-D164-319F-EBB08DCE5823}"/>
          </ac:spMkLst>
        </pc:spChg>
        <pc:spChg chg="add del">
          <ac:chgData name="Toon Dergent" userId="9cfdfa7a-c8f0-4020-9307-91f8354f3f6b" providerId="ADAL" clId="{2A64CEAC-3320-4639-96BD-CFB820E957F9}" dt="2026-05-24T12:05:55.969" v="504" actId="26606"/>
          <ac:spMkLst>
            <pc:docMk/>
            <pc:sldMk cId="3387905897" sldId="260"/>
            <ac:spMk id="21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2:05:55.969" v="504" actId="26606"/>
          <ac:spMkLst>
            <pc:docMk/>
            <pc:sldMk cId="3387905897" sldId="260"/>
            <ac:spMk id="23" creationId="{3A397E3E-B90C-4D82-BAAA-36F7AC6A4565}"/>
          </ac:spMkLst>
        </pc:spChg>
        <pc:spChg chg="add del">
          <ac:chgData name="Toon Dergent" userId="9cfdfa7a-c8f0-4020-9307-91f8354f3f6b" providerId="ADAL" clId="{2A64CEAC-3320-4639-96BD-CFB820E957F9}" dt="2026-05-24T12:05:55.969" v="504" actId="26606"/>
          <ac:spMkLst>
            <pc:docMk/>
            <pc:sldMk cId="3387905897" sldId="260"/>
            <ac:spMk id="37" creationId="{90A7F83A-9728-4030-8E45-9ECF1ABCCC12}"/>
          </ac:spMkLst>
        </pc:spChg>
        <pc:spChg chg="add del">
          <ac:chgData name="Toon Dergent" userId="9cfdfa7a-c8f0-4020-9307-91f8354f3f6b" providerId="ADAL" clId="{2A64CEAC-3320-4639-96BD-CFB820E957F9}" dt="2026-05-24T12:05:55.969" v="504" actId="26606"/>
          <ac:spMkLst>
            <pc:docMk/>
            <pc:sldMk cId="3387905897" sldId="260"/>
            <ac:spMk id="39" creationId="{A2B5CBEA-F125-49B6-8335-227C325B112B}"/>
          </ac:spMkLst>
        </pc:spChg>
        <pc:spChg chg="add del">
          <ac:chgData name="Toon Dergent" userId="9cfdfa7a-c8f0-4020-9307-91f8354f3f6b" providerId="ADAL" clId="{2A64CEAC-3320-4639-96BD-CFB820E957F9}" dt="2026-05-24T12:05:55.969" v="504" actId="26606"/>
          <ac:spMkLst>
            <pc:docMk/>
            <pc:sldMk cId="3387905897" sldId="260"/>
            <ac:spMk id="41" creationId="{FEA9761C-7BB2-45E5-A5DB-A0B35362454A}"/>
          </ac:spMkLst>
        </pc:spChg>
        <pc:spChg chg="add del">
          <ac:chgData name="Toon Dergent" userId="9cfdfa7a-c8f0-4020-9307-91f8354f3f6b" providerId="ADAL" clId="{2A64CEAC-3320-4639-96BD-CFB820E957F9}" dt="2026-05-24T12:05:55.969" v="504" actId="26606"/>
          <ac:spMkLst>
            <pc:docMk/>
            <pc:sldMk cId="3387905897" sldId="260"/>
            <ac:spMk id="43" creationId="{4D1A5E71-B6B6-486A-8CDC-C7ABD9B903F6}"/>
          </ac:spMkLst>
        </pc:spChg>
        <pc:spChg chg="add del">
          <ac:chgData name="Toon Dergent" userId="9cfdfa7a-c8f0-4020-9307-91f8354f3f6b" providerId="ADAL" clId="{2A64CEAC-3320-4639-96BD-CFB820E957F9}" dt="2026-05-24T12:05:55.969" v="504" actId="26606"/>
          <ac:spMkLst>
            <pc:docMk/>
            <pc:sldMk cId="3387905897" sldId="260"/>
            <ac:spMk id="45" creationId="{8E44D629-6B8E-4D88-A77E-149C0ED03498}"/>
          </ac:spMkLst>
        </pc:spChg>
        <pc:spChg chg="add del">
          <ac:chgData name="Toon Dergent" userId="9cfdfa7a-c8f0-4020-9307-91f8354f3f6b" providerId="ADAL" clId="{2A64CEAC-3320-4639-96BD-CFB820E957F9}" dt="2026-05-24T12:05:58.521" v="506" actId="26606"/>
          <ac:spMkLst>
            <pc:docMk/>
            <pc:sldMk cId="3387905897" sldId="260"/>
            <ac:spMk id="371" creationId="{5A0118C5-4F8D-4CF4-BADD-53FEACC6C42A}"/>
          </ac:spMkLst>
        </pc:spChg>
        <pc:grpChg chg="add del">
          <ac:chgData name="Toon Dergent" userId="9cfdfa7a-c8f0-4020-9307-91f8354f3f6b" providerId="ADAL" clId="{2A64CEAC-3320-4639-96BD-CFB820E957F9}" dt="2026-05-24T12:05:55.969" v="504" actId="26606"/>
          <ac:grpSpMkLst>
            <pc:docMk/>
            <pc:sldMk cId="3387905897" sldId="260"/>
            <ac:grpSpMk id="14" creationId="{8A351602-3772-4279-B0D3-A523F6F6EAB3}"/>
          </ac:grpSpMkLst>
        </pc:grpChg>
        <pc:grpChg chg="add del">
          <ac:chgData name="Toon Dergent" userId="9cfdfa7a-c8f0-4020-9307-91f8354f3f6b" providerId="ADAL" clId="{2A64CEAC-3320-4639-96BD-CFB820E957F9}" dt="2026-05-24T12:05:58.521" v="506" actId="26606"/>
          <ac:grpSpMkLst>
            <pc:docMk/>
            <pc:sldMk cId="3387905897" sldId="260"/>
            <ac:grpSpMk id="22" creationId="{3A35C15A-135A-4FD3-BA11-A046CFA3907A}"/>
          </ac:grpSpMkLst>
        </pc:grpChg>
        <pc:grpChg chg="add del">
          <ac:chgData name="Toon Dergent" userId="9cfdfa7a-c8f0-4020-9307-91f8354f3f6b" providerId="ADAL" clId="{2A64CEAC-3320-4639-96BD-CFB820E957F9}" dt="2026-05-24T12:05:58.521" v="506" actId="26606"/>
          <ac:grpSpMkLst>
            <pc:docMk/>
            <pc:sldMk cId="3387905897" sldId="260"/>
            <ac:grpSpMk id="372" creationId="{20E21FE7-C859-4C40-AAB9-05C994892CB1}"/>
          </ac:grpSpMkLst>
        </pc:grpChg>
        <pc:grpChg chg="add del">
          <ac:chgData name="Toon Dergent" userId="9cfdfa7a-c8f0-4020-9307-91f8354f3f6b" providerId="ADAL" clId="{2A64CEAC-3320-4639-96BD-CFB820E957F9}" dt="2026-05-24T12:05:58.521" v="506" actId="26606"/>
          <ac:grpSpMkLst>
            <pc:docMk/>
            <pc:sldMk cId="3387905897" sldId="260"/>
            <ac:grpSpMk id="377" creationId="{03AF83E4-4DE2-499C-9F36-0279E7E4FBBE}"/>
          </ac:grpSpMkLst>
        </pc:grpChg>
        <pc:picChg chg="add del mod ord">
          <ac:chgData name="Toon Dergent" userId="9cfdfa7a-c8f0-4020-9307-91f8354f3f6b" providerId="ADAL" clId="{2A64CEAC-3320-4639-96BD-CFB820E957F9}" dt="2026-05-24T12:05:40.787" v="500" actId="478"/>
          <ac:picMkLst>
            <pc:docMk/>
            <pc:sldMk cId="3387905897" sldId="260"/>
            <ac:picMk id="5" creationId="{B14D4DAD-4981-A489-B204-5A5A1EACC8AB}"/>
          </ac:picMkLst>
        </pc:picChg>
        <pc:picChg chg="add mod ord">
          <ac:chgData name="Toon Dergent" userId="9cfdfa7a-c8f0-4020-9307-91f8354f3f6b" providerId="ADAL" clId="{2A64CEAC-3320-4639-96BD-CFB820E957F9}" dt="2026-05-24T12:06:07.913" v="510" actId="1076"/>
          <ac:picMkLst>
            <pc:docMk/>
            <pc:sldMk cId="3387905897" sldId="260"/>
            <ac:picMk id="9" creationId="{35FEDE06-0A28-9083-861D-CEDC81F13232}"/>
          </ac:picMkLst>
        </pc:picChg>
      </pc:sldChg>
      <pc:sldChg chg="addSp delSp modSp new mod setBg">
        <pc:chgData name="Toon Dergent" userId="9cfdfa7a-c8f0-4020-9307-91f8354f3f6b" providerId="ADAL" clId="{2A64CEAC-3320-4639-96BD-CFB820E957F9}" dt="2026-05-24T14:03:22.061" v="954" actId="26606"/>
        <pc:sldMkLst>
          <pc:docMk/>
          <pc:sldMk cId="4113741001" sldId="261"/>
        </pc:sldMkLst>
        <pc:spChg chg="mod">
          <ac:chgData name="Toon Dergent" userId="9cfdfa7a-c8f0-4020-9307-91f8354f3f6b" providerId="ADAL" clId="{2A64CEAC-3320-4639-96BD-CFB820E957F9}" dt="2026-05-24T14:03:22.061" v="954" actId="26606"/>
          <ac:spMkLst>
            <pc:docMk/>
            <pc:sldMk cId="4113741001" sldId="261"/>
            <ac:spMk id="2" creationId="{1394B28A-DA1E-1B25-DC37-A2294DBDCEF0}"/>
          </ac:spMkLst>
        </pc:spChg>
        <pc:spChg chg="del">
          <ac:chgData name="Toon Dergent" userId="9cfdfa7a-c8f0-4020-9307-91f8354f3f6b" providerId="ADAL" clId="{2A64CEAC-3320-4639-96BD-CFB820E957F9}" dt="2026-05-24T12:09:15.678" v="515"/>
          <ac:spMkLst>
            <pc:docMk/>
            <pc:sldMk cId="4113741001" sldId="261"/>
            <ac:spMk id="3" creationId="{7753DA5A-6213-D3FA-E672-A111EE08EF29}"/>
          </ac:spMkLst>
        </pc:spChg>
        <pc:spChg chg="add del">
          <ac:chgData name="Toon Dergent" userId="9cfdfa7a-c8f0-4020-9307-91f8354f3f6b" providerId="ADAL" clId="{2A64CEAC-3320-4639-96BD-CFB820E957F9}" dt="2026-05-24T14:03:18.187" v="952" actId="26606"/>
          <ac:spMkLst>
            <pc:docMk/>
            <pc:sldMk cId="4113741001" sldId="261"/>
            <ac:spMk id="17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4:03:18.187" v="952" actId="26606"/>
          <ac:spMkLst>
            <pc:docMk/>
            <pc:sldMk cId="4113741001" sldId="261"/>
            <ac:spMk id="19" creationId="{489B7BFD-8F45-4093-AD9C-91B15B0503D9}"/>
          </ac:spMkLst>
        </pc:spChg>
        <pc:spChg chg="add del">
          <ac:chgData name="Toon Dergent" userId="9cfdfa7a-c8f0-4020-9307-91f8354f3f6b" providerId="ADAL" clId="{2A64CEAC-3320-4639-96BD-CFB820E957F9}" dt="2026-05-24T14:03:22.061" v="954" actId="26606"/>
          <ac:spMkLst>
            <pc:docMk/>
            <pc:sldMk cId="4113741001" sldId="261"/>
            <ac:spMk id="381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4:03:22.061" v="954" actId="26606"/>
          <ac:spMkLst>
            <pc:docMk/>
            <pc:sldMk cId="4113741001" sldId="261"/>
            <ac:spMk id="382" creationId="{489B7BFD-8F45-4093-AD9C-91B15B0503D9}"/>
          </ac:spMkLst>
        </pc:spChg>
        <pc:spChg chg="add del">
          <ac:chgData name="Toon Dergent" userId="9cfdfa7a-c8f0-4020-9307-91f8354f3f6b" providerId="ADAL" clId="{2A64CEAC-3320-4639-96BD-CFB820E957F9}" dt="2026-05-24T14:03:22.061" v="954" actId="26606"/>
          <ac:spMkLst>
            <pc:docMk/>
            <pc:sldMk cId="4113741001" sldId="261"/>
            <ac:spMk id="383" creationId="{4D4C00DC-4DC6-4CD2-9E31-F17E6CEBC5A6}"/>
          </ac:spMkLst>
        </pc:spChg>
        <pc:spChg chg="add del">
          <ac:chgData name="Toon Dergent" userId="9cfdfa7a-c8f0-4020-9307-91f8354f3f6b" providerId="ADAL" clId="{2A64CEAC-3320-4639-96BD-CFB820E957F9}" dt="2026-05-24T14:03:22.061" v="954" actId="26606"/>
          <ac:spMkLst>
            <pc:docMk/>
            <pc:sldMk cId="4113741001" sldId="261"/>
            <ac:spMk id="384" creationId="{A499C65A-9B02-4D7F-BD68-CD38D880551F}"/>
          </ac:spMkLst>
        </pc:spChg>
        <pc:grpChg chg="add del">
          <ac:chgData name="Toon Dergent" userId="9cfdfa7a-c8f0-4020-9307-91f8354f3f6b" providerId="ADAL" clId="{2A64CEAC-3320-4639-96BD-CFB820E957F9}" dt="2026-05-24T14:03:18.187" v="952" actId="26606"/>
          <ac:grpSpMkLst>
            <pc:docMk/>
            <pc:sldMk cId="4113741001" sldId="261"/>
            <ac:grpSpMk id="10" creationId="{8A351602-3772-4279-B0D3-A523F6F6EAB3}"/>
          </ac:grpSpMkLst>
        </pc:grpChg>
        <pc:grpChg chg="add del">
          <ac:chgData name="Toon Dergent" userId="9cfdfa7a-c8f0-4020-9307-91f8354f3f6b" providerId="ADAL" clId="{2A64CEAC-3320-4639-96BD-CFB820E957F9}" dt="2026-05-24T14:03:18.187" v="952" actId="26606"/>
          <ac:grpSpMkLst>
            <pc:docMk/>
            <pc:sldMk cId="4113741001" sldId="261"/>
            <ac:grpSpMk id="21" creationId="{19C50935-4DD3-46C8-B0BE-74860460EFCF}"/>
          </ac:grpSpMkLst>
        </pc:grpChg>
        <pc:grpChg chg="add del">
          <ac:chgData name="Toon Dergent" userId="9cfdfa7a-c8f0-4020-9307-91f8354f3f6b" providerId="ADAL" clId="{2A64CEAC-3320-4639-96BD-CFB820E957F9}" dt="2026-05-24T14:03:18.187" v="952" actId="26606"/>
          <ac:grpSpMkLst>
            <pc:docMk/>
            <pc:sldMk cId="4113741001" sldId="261"/>
            <ac:grpSpMk id="25" creationId="{EC86BE98-673F-469D-B15E-8B6305CE3A58}"/>
          </ac:grpSpMkLst>
        </pc:grpChg>
        <pc:grpChg chg="add del">
          <ac:chgData name="Toon Dergent" userId="9cfdfa7a-c8f0-4020-9307-91f8354f3f6b" providerId="ADAL" clId="{2A64CEAC-3320-4639-96BD-CFB820E957F9}" dt="2026-05-24T14:03:18.187" v="952" actId="26606"/>
          <ac:grpSpMkLst>
            <pc:docMk/>
            <pc:sldMk cId="4113741001" sldId="261"/>
            <ac:grpSpMk id="33" creationId="{F70AAE9F-D40D-4A06-A542-AB26D8AB98F2}"/>
          </ac:grpSpMkLst>
        </pc:grpChg>
        <pc:grpChg chg="add del">
          <ac:chgData name="Toon Dergent" userId="9cfdfa7a-c8f0-4020-9307-91f8354f3f6b" providerId="ADAL" clId="{2A64CEAC-3320-4639-96BD-CFB820E957F9}" dt="2026-05-24T14:03:22.061" v="954" actId="26606"/>
          <ac:grpSpMkLst>
            <pc:docMk/>
            <pc:sldMk cId="4113741001" sldId="261"/>
            <ac:grpSpMk id="375" creationId="{8A351602-3772-4279-B0D3-A523F6F6EAB3}"/>
          </ac:grpSpMkLst>
        </pc:grpChg>
        <pc:grpChg chg="add del">
          <ac:chgData name="Toon Dergent" userId="9cfdfa7a-c8f0-4020-9307-91f8354f3f6b" providerId="ADAL" clId="{2A64CEAC-3320-4639-96BD-CFB820E957F9}" dt="2026-05-24T14:03:22.061" v="954" actId="26606"/>
          <ac:grpSpMkLst>
            <pc:docMk/>
            <pc:sldMk cId="4113741001" sldId="261"/>
            <ac:grpSpMk id="385" creationId="{66FB5A75-BDE2-4F12-A95B-C48788A7685C}"/>
          </ac:grpSpMkLst>
        </pc:grpChg>
        <pc:grpChg chg="add del">
          <ac:chgData name="Toon Dergent" userId="9cfdfa7a-c8f0-4020-9307-91f8354f3f6b" providerId="ADAL" clId="{2A64CEAC-3320-4639-96BD-CFB820E957F9}" dt="2026-05-24T14:03:22.061" v="954" actId="26606"/>
          <ac:grpSpMkLst>
            <pc:docMk/>
            <pc:sldMk cId="4113741001" sldId="261"/>
            <ac:grpSpMk id="386" creationId="{1F4896D7-5AD0-4505-BCCD-82262CFEE2E1}"/>
          </ac:grpSpMkLst>
        </pc:grpChg>
        <pc:picChg chg="add mod ord">
          <ac:chgData name="Toon Dergent" userId="9cfdfa7a-c8f0-4020-9307-91f8354f3f6b" providerId="ADAL" clId="{2A64CEAC-3320-4639-96BD-CFB820E957F9}" dt="2026-05-24T14:03:22.061" v="954" actId="26606"/>
          <ac:picMkLst>
            <pc:docMk/>
            <pc:sldMk cId="4113741001" sldId="261"/>
            <ac:picMk id="5" creationId="{2F5F9015-A65C-8C3F-91E8-10FBAB610FF5}"/>
          </ac:picMkLst>
        </pc:picChg>
      </pc:sldChg>
      <pc:sldChg chg="addSp delSp modSp new mod ord setBg">
        <pc:chgData name="Toon Dergent" userId="9cfdfa7a-c8f0-4020-9307-91f8354f3f6b" providerId="ADAL" clId="{2A64CEAC-3320-4639-96BD-CFB820E957F9}" dt="2026-05-24T12:22:10.039" v="812"/>
        <pc:sldMkLst>
          <pc:docMk/>
          <pc:sldMk cId="826225739" sldId="262"/>
        </pc:sldMkLst>
        <pc:spChg chg="mod">
          <ac:chgData name="Toon Dergent" userId="9cfdfa7a-c8f0-4020-9307-91f8354f3f6b" providerId="ADAL" clId="{2A64CEAC-3320-4639-96BD-CFB820E957F9}" dt="2026-05-24T12:16:26.501" v="810" actId="26606"/>
          <ac:spMkLst>
            <pc:docMk/>
            <pc:sldMk cId="826225739" sldId="262"/>
            <ac:spMk id="2" creationId="{2BC443BB-6250-4C15-4D5B-61C6A85EB343}"/>
          </ac:spMkLst>
        </pc:spChg>
        <pc:spChg chg="add del mod">
          <ac:chgData name="Toon Dergent" userId="9cfdfa7a-c8f0-4020-9307-91f8354f3f6b" providerId="ADAL" clId="{2A64CEAC-3320-4639-96BD-CFB820E957F9}" dt="2026-05-24T12:16:26.501" v="810" actId="26606"/>
          <ac:spMkLst>
            <pc:docMk/>
            <pc:sldMk cId="826225739" sldId="262"/>
            <ac:spMk id="3" creationId="{47C2E338-B0C4-0BE1-30D3-BF664E4FE4E7}"/>
          </ac:spMkLst>
        </pc:spChg>
        <pc:spChg chg="add del">
          <ac:chgData name="Toon Dergent" userId="9cfdfa7a-c8f0-4020-9307-91f8354f3f6b" providerId="ADAL" clId="{2A64CEAC-3320-4639-96BD-CFB820E957F9}" dt="2026-05-24T12:12:52.285" v="636" actId="22"/>
          <ac:spMkLst>
            <pc:docMk/>
            <pc:sldMk cId="826225739" sldId="262"/>
            <ac:spMk id="5" creationId="{8AC80D8B-9CB7-5AF4-BC83-49EE25C1C19C}"/>
          </ac:spMkLst>
        </pc:spChg>
        <pc:spChg chg="add del">
          <ac:chgData name="Toon Dergent" userId="9cfdfa7a-c8f0-4020-9307-91f8354f3f6b" providerId="ADAL" clId="{2A64CEAC-3320-4639-96BD-CFB820E957F9}" dt="2026-05-24T12:16:18.188" v="805" actId="22"/>
          <ac:spMkLst>
            <pc:docMk/>
            <pc:sldMk cId="826225739" sldId="262"/>
            <ac:spMk id="13" creationId="{BE8E2CD0-16D3-0904-3AC6-A67255010654}"/>
          </ac:spMkLst>
        </pc:spChg>
        <pc:spChg chg="add del">
          <ac:chgData name="Toon Dergent" userId="9cfdfa7a-c8f0-4020-9307-91f8354f3f6b" providerId="ADAL" clId="{2A64CEAC-3320-4639-96BD-CFB820E957F9}" dt="2026-05-24T12:16:26.491" v="809" actId="26606"/>
          <ac:spMkLst>
            <pc:docMk/>
            <pc:sldMk cId="826225739" sldId="262"/>
            <ac:spMk id="20" creationId="{5A0118C5-4F8D-4CF4-BADD-53FEACC6C42A}"/>
          </ac:spMkLst>
        </pc:spChg>
        <pc:spChg chg="add">
          <ac:chgData name="Toon Dergent" userId="9cfdfa7a-c8f0-4020-9307-91f8354f3f6b" providerId="ADAL" clId="{2A64CEAC-3320-4639-96BD-CFB820E957F9}" dt="2026-05-24T12:16:26.501" v="810" actId="26606"/>
          <ac:spMkLst>
            <pc:docMk/>
            <pc:sldMk cId="826225739" sldId="262"/>
            <ac:spMk id="28" creationId="{83C8019B-3985-409B-9B87-494B974EE9A2}"/>
          </ac:spMkLst>
        </pc:spChg>
        <pc:spChg chg="add">
          <ac:chgData name="Toon Dergent" userId="9cfdfa7a-c8f0-4020-9307-91f8354f3f6b" providerId="ADAL" clId="{2A64CEAC-3320-4639-96BD-CFB820E957F9}" dt="2026-05-24T12:16:26.501" v="810" actId="26606"/>
          <ac:spMkLst>
            <pc:docMk/>
            <pc:sldMk cId="826225739" sldId="262"/>
            <ac:spMk id="376" creationId="{5A0118C5-4F8D-4CF4-BADD-53FEACC6C42A}"/>
          </ac:spMkLst>
        </pc:spChg>
        <pc:spChg chg="add">
          <ac:chgData name="Toon Dergent" userId="9cfdfa7a-c8f0-4020-9307-91f8354f3f6b" providerId="ADAL" clId="{2A64CEAC-3320-4639-96BD-CFB820E957F9}" dt="2026-05-24T12:16:26.501" v="810" actId="26606"/>
          <ac:spMkLst>
            <pc:docMk/>
            <pc:sldMk cId="826225739" sldId="262"/>
            <ac:spMk id="377" creationId="{F98F79A4-A6C7-4101-B1E9-27E05CB7CFA0}"/>
          </ac:spMkLst>
        </pc:spChg>
        <pc:spChg chg="add">
          <ac:chgData name="Toon Dergent" userId="9cfdfa7a-c8f0-4020-9307-91f8354f3f6b" providerId="ADAL" clId="{2A64CEAC-3320-4639-96BD-CFB820E957F9}" dt="2026-05-24T12:16:26.501" v="810" actId="26606"/>
          <ac:spMkLst>
            <pc:docMk/>
            <pc:sldMk cId="826225739" sldId="262"/>
            <ac:spMk id="378" creationId="{79AFCB35-9C04-4524-A0B1-57FF6865D013}"/>
          </ac:spMkLst>
        </pc:spChg>
        <pc:spChg chg="add">
          <ac:chgData name="Toon Dergent" userId="9cfdfa7a-c8f0-4020-9307-91f8354f3f6b" providerId="ADAL" clId="{2A64CEAC-3320-4639-96BD-CFB820E957F9}" dt="2026-05-24T12:16:26.501" v="810" actId="26606"/>
          <ac:spMkLst>
            <pc:docMk/>
            <pc:sldMk cId="826225739" sldId="262"/>
            <ac:spMk id="379" creationId="{D11AD2AD-0BA0-4DD3-8EEA-84686A0E718C}"/>
          </ac:spMkLst>
        </pc:spChg>
        <pc:spChg chg="add">
          <ac:chgData name="Toon Dergent" userId="9cfdfa7a-c8f0-4020-9307-91f8354f3f6b" providerId="ADAL" clId="{2A64CEAC-3320-4639-96BD-CFB820E957F9}" dt="2026-05-24T12:16:26.501" v="810" actId="26606"/>
          <ac:spMkLst>
            <pc:docMk/>
            <pc:sldMk cId="826225739" sldId="262"/>
            <ac:spMk id="380" creationId="{9E5C5460-229E-46C8-A712-CC317985420F}"/>
          </ac:spMkLst>
        </pc:spChg>
        <pc:spChg chg="add">
          <ac:chgData name="Toon Dergent" userId="9cfdfa7a-c8f0-4020-9307-91f8354f3f6b" providerId="ADAL" clId="{2A64CEAC-3320-4639-96BD-CFB820E957F9}" dt="2026-05-24T12:16:26.501" v="810" actId="26606"/>
          <ac:spMkLst>
            <pc:docMk/>
            <pc:sldMk cId="826225739" sldId="262"/>
            <ac:spMk id="381" creationId="{B85A4DB3-61AA-49A1-85A9-B3397CD519AB}"/>
          </ac:spMkLst>
        </pc:spChg>
        <pc:grpChg chg="add del">
          <ac:chgData name="Toon Dergent" userId="9cfdfa7a-c8f0-4020-9307-91f8354f3f6b" providerId="ADAL" clId="{2A64CEAC-3320-4639-96BD-CFB820E957F9}" dt="2026-05-24T12:16:26.491" v="809" actId="26606"/>
          <ac:grpSpMkLst>
            <pc:docMk/>
            <pc:sldMk cId="826225739" sldId="262"/>
            <ac:grpSpMk id="22" creationId="{268C940D-4516-4630-B49F-65C1A82FEA0C}"/>
          </ac:grpSpMkLst>
        </pc:grpChg>
        <pc:grpChg chg="add del">
          <ac:chgData name="Toon Dergent" userId="9cfdfa7a-c8f0-4020-9307-91f8354f3f6b" providerId="ADAL" clId="{2A64CEAC-3320-4639-96BD-CFB820E957F9}" dt="2026-05-24T12:16:26.491" v="809" actId="26606"/>
          <ac:grpSpMkLst>
            <pc:docMk/>
            <pc:sldMk cId="826225739" sldId="262"/>
            <ac:grpSpMk id="26" creationId="{C93F2521-5FCA-4EE4-ADB9-C71AB81B8875}"/>
          </ac:grpSpMkLst>
        </pc:grpChg>
        <pc:grpChg chg="add del">
          <ac:chgData name="Toon Dergent" userId="9cfdfa7a-c8f0-4020-9307-91f8354f3f6b" providerId="ADAL" clId="{2A64CEAC-3320-4639-96BD-CFB820E957F9}" dt="2026-05-24T12:16:26.491" v="809" actId="26606"/>
          <ac:grpSpMkLst>
            <pc:docMk/>
            <pc:sldMk cId="826225739" sldId="262"/>
            <ac:grpSpMk id="34" creationId="{2B7E220D-70BE-46E1-87EA-9239C10828D4}"/>
          </ac:grpSpMkLst>
        </pc:grpChg>
        <pc:picChg chg="add del">
          <ac:chgData name="Toon Dergent" userId="9cfdfa7a-c8f0-4020-9307-91f8354f3f6b" providerId="ADAL" clId="{2A64CEAC-3320-4639-96BD-CFB820E957F9}" dt="2026-05-24T12:12:54.596" v="638" actId="478"/>
          <ac:picMkLst>
            <pc:docMk/>
            <pc:sldMk cId="826225739" sldId="262"/>
            <ac:picMk id="7" creationId="{C6806010-3D22-1BD4-7FBD-C024EA8C11B8}"/>
          </ac:picMkLst>
        </pc:picChg>
        <pc:picChg chg="add del mod ord">
          <ac:chgData name="Toon Dergent" userId="9cfdfa7a-c8f0-4020-9307-91f8354f3f6b" providerId="ADAL" clId="{2A64CEAC-3320-4639-96BD-CFB820E957F9}" dt="2026-05-24T12:14:01.683" v="643" actId="931"/>
          <ac:picMkLst>
            <pc:docMk/>
            <pc:sldMk cId="826225739" sldId="262"/>
            <ac:picMk id="9" creationId="{F2B51F32-66B5-F694-AA05-48CF4C1B0808}"/>
          </ac:picMkLst>
        </pc:picChg>
        <pc:picChg chg="add del mod ord">
          <ac:chgData name="Toon Dergent" userId="9cfdfa7a-c8f0-4020-9307-91f8354f3f6b" providerId="ADAL" clId="{2A64CEAC-3320-4639-96BD-CFB820E957F9}" dt="2026-05-24T12:14:03.750" v="646" actId="931"/>
          <ac:picMkLst>
            <pc:docMk/>
            <pc:sldMk cId="826225739" sldId="262"/>
            <ac:picMk id="11" creationId="{A386D858-A07C-94F2-8469-6FD29ED746F0}"/>
          </ac:picMkLst>
        </pc:picChg>
        <pc:picChg chg="add mod">
          <ac:chgData name="Toon Dergent" userId="9cfdfa7a-c8f0-4020-9307-91f8354f3f6b" providerId="ADAL" clId="{2A64CEAC-3320-4639-96BD-CFB820E957F9}" dt="2026-05-24T12:16:26.501" v="810" actId="26606"/>
          <ac:picMkLst>
            <pc:docMk/>
            <pc:sldMk cId="826225739" sldId="262"/>
            <ac:picMk id="15" creationId="{5461DB5A-78E0-785E-0E56-EFF683608BDC}"/>
          </ac:picMkLst>
        </pc:picChg>
      </pc:sldChg>
      <pc:sldChg chg="modSp new mod ord">
        <pc:chgData name="Toon Dergent" userId="9cfdfa7a-c8f0-4020-9307-91f8354f3f6b" providerId="ADAL" clId="{2A64CEAC-3320-4639-96BD-CFB820E957F9}" dt="2026-05-24T12:10:26.223" v="539" actId="20577"/>
        <pc:sldMkLst>
          <pc:docMk/>
          <pc:sldMk cId="4282312339" sldId="263"/>
        </pc:sldMkLst>
        <pc:spChg chg="mod">
          <ac:chgData name="Toon Dergent" userId="9cfdfa7a-c8f0-4020-9307-91f8354f3f6b" providerId="ADAL" clId="{2A64CEAC-3320-4639-96BD-CFB820E957F9}" dt="2026-05-24T12:10:26.223" v="539" actId="20577"/>
          <ac:spMkLst>
            <pc:docMk/>
            <pc:sldMk cId="4282312339" sldId="263"/>
            <ac:spMk id="2" creationId="{0A3DD2A7-EBDB-83F3-C693-DEA97232A081}"/>
          </ac:spMkLst>
        </pc:spChg>
      </pc:sldChg>
      <pc:sldChg chg="addSp delSp modSp new mod setBg">
        <pc:chgData name="Toon Dergent" userId="9cfdfa7a-c8f0-4020-9307-91f8354f3f6b" providerId="ADAL" clId="{2A64CEAC-3320-4639-96BD-CFB820E957F9}" dt="2026-05-24T14:03:02.917" v="948" actId="1076"/>
        <pc:sldMkLst>
          <pc:docMk/>
          <pc:sldMk cId="38559643" sldId="264"/>
        </pc:sldMkLst>
        <pc:spChg chg="mod ord">
          <ac:chgData name="Toon Dergent" userId="9cfdfa7a-c8f0-4020-9307-91f8354f3f6b" providerId="ADAL" clId="{2A64CEAC-3320-4639-96BD-CFB820E957F9}" dt="2026-05-24T14:02:43.534" v="936" actId="20577"/>
          <ac:spMkLst>
            <pc:docMk/>
            <pc:sldMk cId="38559643" sldId="264"/>
            <ac:spMk id="2" creationId="{81320170-D1AC-7C97-7040-329A9A47FD24}"/>
          </ac:spMkLst>
        </pc:spChg>
        <pc:spChg chg="del">
          <ac:chgData name="Toon Dergent" userId="9cfdfa7a-c8f0-4020-9307-91f8354f3f6b" providerId="ADAL" clId="{2A64CEAC-3320-4639-96BD-CFB820E957F9}" dt="2026-05-24T12:10:52.357" v="562" actId="478"/>
          <ac:spMkLst>
            <pc:docMk/>
            <pc:sldMk cId="38559643" sldId="264"/>
            <ac:spMk id="3" creationId="{CB45D3D0-D6CB-03E5-B927-2D4200050EB1}"/>
          </ac:spMkLst>
        </pc:spChg>
        <pc:spChg chg="add del">
          <ac:chgData name="Toon Dergent" userId="9cfdfa7a-c8f0-4020-9307-91f8354f3f6b" providerId="ADAL" clId="{2A64CEAC-3320-4639-96BD-CFB820E957F9}" dt="2026-05-24T12:10:59.121" v="564" actId="26606"/>
          <ac:spMkLst>
            <pc:docMk/>
            <pc:sldMk cId="38559643" sldId="264"/>
            <ac:spMk id="16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2:10:59.121" v="564" actId="26606"/>
          <ac:spMkLst>
            <pc:docMk/>
            <pc:sldMk cId="38559643" sldId="264"/>
            <ac:spMk id="18" creationId="{3A397E3E-B90C-4D82-BAAA-36F7AC6A4565}"/>
          </ac:spMkLst>
        </pc:spChg>
        <pc:spChg chg="add del">
          <ac:chgData name="Toon Dergent" userId="9cfdfa7a-c8f0-4020-9307-91f8354f3f6b" providerId="ADAL" clId="{2A64CEAC-3320-4639-96BD-CFB820E957F9}" dt="2026-05-24T12:11:01.973" v="568" actId="26606"/>
          <ac:spMkLst>
            <pc:docMk/>
            <pc:sldMk cId="38559643" sldId="264"/>
            <ac:spMk id="24" creationId="{D6CA2F4C-8E9E-4BCD-B6E8-A68A311CA651}"/>
          </ac:spMkLst>
        </pc:spChg>
        <pc:spChg chg="add del">
          <ac:chgData name="Toon Dergent" userId="9cfdfa7a-c8f0-4020-9307-91f8354f3f6b" providerId="ADAL" clId="{2A64CEAC-3320-4639-96BD-CFB820E957F9}" dt="2026-05-24T12:11:01.973" v="568" actId="26606"/>
          <ac:spMkLst>
            <pc:docMk/>
            <pc:sldMk cId="38559643" sldId="264"/>
            <ac:spMk id="26" creationId="{4D1A5E71-B6B6-486A-8CDC-C7ABD9B903F6}"/>
          </ac:spMkLst>
        </pc:spChg>
        <pc:spChg chg="add del">
          <ac:chgData name="Toon Dergent" userId="9cfdfa7a-c8f0-4020-9307-91f8354f3f6b" providerId="ADAL" clId="{2A64CEAC-3320-4639-96BD-CFB820E957F9}" dt="2026-05-24T12:11:01.973" v="568" actId="26606"/>
          <ac:spMkLst>
            <pc:docMk/>
            <pc:sldMk cId="38559643" sldId="264"/>
            <ac:spMk id="30" creationId="{4FB204DF-284E-45F6-A017-79A4DF57BCCB}"/>
          </ac:spMkLst>
        </pc:spChg>
        <pc:spChg chg="add del">
          <ac:chgData name="Toon Dergent" userId="9cfdfa7a-c8f0-4020-9307-91f8354f3f6b" providerId="ADAL" clId="{2A64CEAC-3320-4639-96BD-CFB820E957F9}" dt="2026-05-24T12:10:59.121" v="564" actId="26606"/>
          <ac:spMkLst>
            <pc:docMk/>
            <pc:sldMk cId="38559643" sldId="264"/>
            <ac:spMk id="32" creationId="{90A7F83A-9728-4030-8E45-9ECF1ABCCC12}"/>
          </ac:spMkLst>
        </pc:spChg>
        <pc:spChg chg="add del">
          <ac:chgData name="Toon Dergent" userId="9cfdfa7a-c8f0-4020-9307-91f8354f3f6b" providerId="ADAL" clId="{2A64CEAC-3320-4639-96BD-CFB820E957F9}" dt="2026-05-24T12:11:24.849" v="576" actId="26606"/>
          <ac:spMkLst>
            <pc:docMk/>
            <pc:sldMk cId="38559643" sldId="264"/>
            <ac:spMk id="33" creationId="{4FB204DF-284E-45F6-A017-79A4DF57BCCB}"/>
          </ac:spMkLst>
        </pc:spChg>
        <pc:spChg chg="add del">
          <ac:chgData name="Toon Dergent" userId="9cfdfa7a-c8f0-4020-9307-91f8354f3f6b" providerId="ADAL" clId="{2A64CEAC-3320-4639-96BD-CFB820E957F9}" dt="2026-05-24T12:10:59.121" v="564" actId="26606"/>
          <ac:spMkLst>
            <pc:docMk/>
            <pc:sldMk cId="38559643" sldId="264"/>
            <ac:spMk id="34" creationId="{A2B5CBEA-F125-49B6-8335-227C325B112B}"/>
          </ac:spMkLst>
        </pc:spChg>
        <pc:spChg chg="add del">
          <ac:chgData name="Toon Dergent" userId="9cfdfa7a-c8f0-4020-9307-91f8354f3f6b" providerId="ADAL" clId="{2A64CEAC-3320-4639-96BD-CFB820E957F9}" dt="2026-05-24T12:10:59.121" v="564" actId="26606"/>
          <ac:spMkLst>
            <pc:docMk/>
            <pc:sldMk cId="38559643" sldId="264"/>
            <ac:spMk id="36" creationId="{FEA9761C-7BB2-45E5-A5DB-A0B35362454A}"/>
          </ac:spMkLst>
        </pc:spChg>
        <pc:spChg chg="add del">
          <ac:chgData name="Toon Dergent" userId="9cfdfa7a-c8f0-4020-9307-91f8354f3f6b" providerId="ADAL" clId="{2A64CEAC-3320-4639-96BD-CFB820E957F9}" dt="2026-05-24T12:10:59.121" v="564" actId="26606"/>
          <ac:spMkLst>
            <pc:docMk/>
            <pc:sldMk cId="38559643" sldId="264"/>
            <ac:spMk id="38" creationId="{4D1A5E71-B6B6-486A-8CDC-C7ABD9B903F6}"/>
          </ac:spMkLst>
        </pc:spChg>
        <pc:spChg chg="add del">
          <ac:chgData name="Toon Dergent" userId="9cfdfa7a-c8f0-4020-9307-91f8354f3f6b" providerId="ADAL" clId="{2A64CEAC-3320-4639-96BD-CFB820E957F9}" dt="2026-05-24T12:10:59.121" v="564" actId="26606"/>
          <ac:spMkLst>
            <pc:docMk/>
            <pc:sldMk cId="38559643" sldId="264"/>
            <ac:spMk id="40" creationId="{8E44D629-6B8E-4D88-A77E-149C0ED03498}"/>
          </ac:spMkLst>
        </pc:spChg>
        <pc:spChg chg="add del">
          <ac:chgData name="Toon Dergent" userId="9cfdfa7a-c8f0-4020-9307-91f8354f3f6b" providerId="ADAL" clId="{2A64CEAC-3320-4639-96BD-CFB820E957F9}" dt="2026-05-24T12:11:00.556" v="566" actId="26606"/>
          <ac:spMkLst>
            <pc:docMk/>
            <pc:sldMk cId="38559643" sldId="264"/>
            <ac:spMk id="62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2:11:00.556" v="566" actId="26606"/>
          <ac:spMkLst>
            <pc:docMk/>
            <pc:sldMk cId="38559643" sldId="264"/>
            <ac:spMk id="63" creationId="{3A397E3E-B90C-4D82-BAAA-36F7AC6A4565}"/>
          </ac:spMkLst>
        </pc:spChg>
        <pc:spChg chg="add del">
          <ac:chgData name="Toon Dergent" userId="9cfdfa7a-c8f0-4020-9307-91f8354f3f6b" providerId="ADAL" clId="{2A64CEAC-3320-4639-96BD-CFB820E957F9}" dt="2026-05-24T12:11:00.556" v="566" actId="26606"/>
          <ac:spMkLst>
            <pc:docMk/>
            <pc:sldMk cId="38559643" sldId="264"/>
            <ac:spMk id="71" creationId="{8F559C00-FBCE-4548-8AEC-2383BAB38371}"/>
          </ac:spMkLst>
        </pc:spChg>
        <pc:spChg chg="add del">
          <ac:chgData name="Toon Dergent" userId="9cfdfa7a-c8f0-4020-9307-91f8354f3f6b" providerId="ADAL" clId="{2A64CEAC-3320-4639-96BD-CFB820E957F9}" dt="2026-05-24T12:11:00.556" v="566" actId="26606"/>
          <ac:spMkLst>
            <pc:docMk/>
            <pc:sldMk cId="38559643" sldId="264"/>
            <ac:spMk id="72" creationId="{CEFEAA38-170A-444D-B0F3-99624FA9D0CD}"/>
          </ac:spMkLst>
        </pc:spChg>
        <pc:spChg chg="add del">
          <ac:chgData name="Toon Dergent" userId="9cfdfa7a-c8f0-4020-9307-91f8354f3f6b" providerId="ADAL" clId="{2A64CEAC-3320-4639-96BD-CFB820E957F9}" dt="2026-05-24T12:11:00.556" v="566" actId="26606"/>
          <ac:spMkLst>
            <pc:docMk/>
            <pc:sldMk cId="38559643" sldId="264"/>
            <ac:spMk id="73" creationId="{166C5E0C-C82F-41AC-864E-919DB778FD5E}"/>
          </ac:spMkLst>
        </pc:spChg>
        <pc:spChg chg="add del">
          <ac:chgData name="Toon Dergent" userId="9cfdfa7a-c8f0-4020-9307-91f8354f3f6b" providerId="ADAL" clId="{2A64CEAC-3320-4639-96BD-CFB820E957F9}" dt="2026-05-24T12:11:00.556" v="566" actId="26606"/>
          <ac:spMkLst>
            <pc:docMk/>
            <pc:sldMk cId="38559643" sldId="264"/>
            <ac:spMk id="74" creationId="{2E1929A1-D7FF-4E85-AA19-59CA57DFFC2C}"/>
          </ac:spMkLst>
        </pc:spChg>
        <pc:spChg chg="add del">
          <ac:chgData name="Toon Dergent" userId="9cfdfa7a-c8f0-4020-9307-91f8354f3f6b" providerId="ADAL" clId="{2A64CEAC-3320-4639-96BD-CFB820E957F9}" dt="2026-05-24T12:11:00.556" v="566" actId="26606"/>
          <ac:spMkLst>
            <pc:docMk/>
            <pc:sldMk cId="38559643" sldId="264"/>
            <ac:spMk id="75" creationId="{EC9707BA-98EC-4E12-B9E9-93CB8F65C789}"/>
          </ac:spMkLst>
        </pc:spChg>
        <pc:spChg chg="add del">
          <ac:chgData name="Toon Dergent" userId="9cfdfa7a-c8f0-4020-9307-91f8354f3f6b" providerId="ADAL" clId="{2A64CEAC-3320-4639-96BD-CFB820E957F9}" dt="2026-05-24T12:11:01.973" v="568" actId="26606"/>
          <ac:spMkLst>
            <pc:docMk/>
            <pc:sldMk cId="38559643" sldId="264"/>
            <ac:spMk id="84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2:11:01.973" v="568" actId="26606"/>
          <ac:spMkLst>
            <pc:docMk/>
            <pc:sldMk cId="38559643" sldId="264"/>
            <ac:spMk id="85" creationId="{8B646C36-EEEC-4D52-8E8E-206F4CD8A3DA}"/>
          </ac:spMkLst>
        </pc:spChg>
        <pc:spChg chg="add del">
          <ac:chgData name="Toon Dergent" userId="9cfdfa7a-c8f0-4020-9307-91f8354f3f6b" providerId="ADAL" clId="{2A64CEAC-3320-4639-96BD-CFB820E957F9}" dt="2026-05-24T12:11:01.973" v="568" actId="26606"/>
          <ac:spMkLst>
            <pc:docMk/>
            <pc:sldMk cId="38559643" sldId="264"/>
            <ac:spMk id="89" creationId="{6004781B-698F-46D5-AADD-8AE9211719D8}"/>
          </ac:spMkLst>
        </pc:spChg>
        <pc:spChg chg="add del">
          <ac:chgData name="Toon Dergent" userId="9cfdfa7a-c8f0-4020-9307-91f8354f3f6b" providerId="ADAL" clId="{2A64CEAC-3320-4639-96BD-CFB820E957F9}" dt="2026-05-24T12:11:01.973" v="568" actId="26606"/>
          <ac:spMkLst>
            <pc:docMk/>
            <pc:sldMk cId="38559643" sldId="264"/>
            <ac:spMk id="90" creationId="{96FD6442-EB7D-4992-8D41-0B7FFDCB43E1}"/>
          </ac:spMkLst>
        </pc:spChg>
        <pc:spChg chg="add del">
          <ac:chgData name="Toon Dergent" userId="9cfdfa7a-c8f0-4020-9307-91f8354f3f6b" providerId="ADAL" clId="{2A64CEAC-3320-4639-96BD-CFB820E957F9}" dt="2026-05-24T12:11:02.610" v="570" actId="26606"/>
          <ac:spMkLst>
            <pc:docMk/>
            <pc:sldMk cId="38559643" sldId="264"/>
            <ac:spMk id="379" creationId="{7D6BF779-0B8C-4CC2-9268-9506AD0C5331}"/>
          </ac:spMkLst>
        </pc:spChg>
        <pc:spChg chg="add del">
          <ac:chgData name="Toon Dergent" userId="9cfdfa7a-c8f0-4020-9307-91f8354f3f6b" providerId="ADAL" clId="{2A64CEAC-3320-4639-96BD-CFB820E957F9}" dt="2026-05-24T12:11:02.610" v="570" actId="26606"/>
          <ac:spMkLst>
            <pc:docMk/>
            <pc:sldMk cId="38559643" sldId="264"/>
            <ac:spMk id="380" creationId="{489B7BFD-8F45-4093-AD9C-91B15B0503D9}"/>
          </ac:spMkLst>
        </pc:spChg>
        <pc:spChg chg="add">
          <ac:chgData name="Toon Dergent" userId="9cfdfa7a-c8f0-4020-9307-91f8354f3f6b" providerId="ADAL" clId="{2A64CEAC-3320-4639-96BD-CFB820E957F9}" dt="2026-05-24T12:11:02.622" v="571" actId="26606"/>
          <ac:spMkLst>
            <pc:docMk/>
            <pc:sldMk cId="38559643" sldId="264"/>
            <ac:spMk id="415" creationId="{7D6BF779-0B8C-4CC2-9268-9506AD0C5331}"/>
          </ac:spMkLst>
        </pc:spChg>
        <pc:spChg chg="add">
          <ac:chgData name="Toon Dergent" userId="9cfdfa7a-c8f0-4020-9307-91f8354f3f6b" providerId="ADAL" clId="{2A64CEAC-3320-4639-96BD-CFB820E957F9}" dt="2026-05-24T12:11:02.622" v="571" actId="26606"/>
          <ac:spMkLst>
            <pc:docMk/>
            <pc:sldMk cId="38559643" sldId="264"/>
            <ac:spMk id="416" creationId="{8B646C36-EEEC-4D52-8E8E-206F4CD8A3DA}"/>
          </ac:spMkLst>
        </pc:spChg>
        <pc:spChg chg="add del">
          <ac:chgData name="Toon Dergent" userId="9cfdfa7a-c8f0-4020-9307-91f8354f3f6b" providerId="ADAL" clId="{2A64CEAC-3320-4639-96BD-CFB820E957F9}" dt="2026-05-24T12:11:24.849" v="576" actId="26606"/>
          <ac:spMkLst>
            <pc:docMk/>
            <pc:sldMk cId="38559643" sldId="264"/>
            <ac:spMk id="420" creationId="{8258443E-B333-44F4-8D49-1EAB1C1A4613}"/>
          </ac:spMkLst>
        </pc:spChg>
        <pc:spChg chg="add del">
          <ac:chgData name="Toon Dergent" userId="9cfdfa7a-c8f0-4020-9307-91f8354f3f6b" providerId="ADAL" clId="{2A64CEAC-3320-4639-96BD-CFB820E957F9}" dt="2026-05-24T12:11:24.849" v="576" actId="26606"/>
          <ac:spMkLst>
            <pc:docMk/>
            <pc:sldMk cId="38559643" sldId="264"/>
            <ac:spMk id="426" creationId="{EB8560A9-B281-46EB-A304-1E4A5A00D6A9}"/>
          </ac:spMkLst>
        </pc:spChg>
        <pc:spChg chg="add del">
          <ac:chgData name="Toon Dergent" userId="9cfdfa7a-c8f0-4020-9307-91f8354f3f6b" providerId="ADAL" clId="{2A64CEAC-3320-4639-96BD-CFB820E957F9}" dt="2026-05-24T12:11:24.849" v="576" actId="26606"/>
          <ac:spMkLst>
            <pc:docMk/>
            <pc:sldMk cId="38559643" sldId="264"/>
            <ac:spMk id="427" creationId="{4D1A5E71-B6B6-486A-8CDC-C7ABD9B903F6}"/>
          </ac:spMkLst>
        </pc:spChg>
        <pc:spChg chg="add del">
          <ac:chgData name="Toon Dergent" userId="9cfdfa7a-c8f0-4020-9307-91f8354f3f6b" providerId="ADAL" clId="{2A64CEAC-3320-4639-96BD-CFB820E957F9}" dt="2026-05-24T12:11:24.849" v="576" actId="26606"/>
          <ac:spMkLst>
            <pc:docMk/>
            <pc:sldMk cId="38559643" sldId="264"/>
            <ac:spMk id="428" creationId="{667882DD-56E8-460E-99D5-86E71982D5AB}"/>
          </ac:spMkLst>
        </pc:spChg>
        <pc:spChg chg="add del">
          <ac:chgData name="Toon Dergent" userId="9cfdfa7a-c8f0-4020-9307-91f8354f3f6b" providerId="ADAL" clId="{2A64CEAC-3320-4639-96BD-CFB820E957F9}" dt="2026-05-24T12:11:24.839" v="575" actId="26606"/>
          <ac:spMkLst>
            <pc:docMk/>
            <pc:sldMk cId="38559643" sldId="264"/>
            <ac:spMk id="442" creationId="{8B646C36-EEEC-4D52-8E8E-206F4CD8A3DA}"/>
          </ac:spMkLst>
        </pc:spChg>
        <pc:spChg chg="add del">
          <ac:chgData name="Toon Dergent" userId="9cfdfa7a-c8f0-4020-9307-91f8354f3f6b" providerId="ADAL" clId="{2A64CEAC-3320-4639-96BD-CFB820E957F9}" dt="2026-05-24T12:11:24.839" v="575" actId="26606"/>
          <ac:spMkLst>
            <pc:docMk/>
            <pc:sldMk cId="38559643" sldId="264"/>
            <ac:spMk id="448" creationId="{8258443E-B333-44F4-8D49-1EAB1C1A4613}"/>
          </ac:spMkLst>
        </pc:spChg>
        <pc:spChg chg="add">
          <ac:chgData name="Toon Dergent" userId="9cfdfa7a-c8f0-4020-9307-91f8354f3f6b" providerId="ADAL" clId="{2A64CEAC-3320-4639-96BD-CFB820E957F9}" dt="2026-05-24T12:11:24.849" v="576" actId="26606"/>
          <ac:spMkLst>
            <pc:docMk/>
            <pc:sldMk cId="38559643" sldId="264"/>
            <ac:spMk id="456" creationId="{B410157D-B333-4FC1-952E-FB1E4A1F86E6}"/>
          </ac:spMkLst>
        </pc:spChg>
        <pc:spChg chg="add">
          <ac:chgData name="Toon Dergent" userId="9cfdfa7a-c8f0-4020-9307-91f8354f3f6b" providerId="ADAL" clId="{2A64CEAC-3320-4639-96BD-CFB820E957F9}" dt="2026-05-24T12:11:24.849" v="576" actId="26606"/>
          <ac:spMkLst>
            <pc:docMk/>
            <pc:sldMk cId="38559643" sldId="264"/>
            <ac:spMk id="458" creationId="{DFE66D7D-ABDD-4F6B-A637-3A3A2ACE1A69}"/>
          </ac:spMkLst>
        </pc:spChg>
        <pc:spChg chg="add del">
          <ac:chgData name="Toon Dergent" userId="9cfdfa7a-c8f0-4020-9307-91f8354f3f6b" providerId="ADAL" clId="{2A64CEAC-3320-4639-96BD-CFB820E957F9}" dt="2026-05-24T12:11:24.839" v="575" actId="26606"/>
          <ac:spMkLst>
            <pc:docMk/>
            <pc:sldMk cId="38559643" sldId="264"/>
            <ac:spMk id="459" creationId="{EB8560A9-B281-46EB-A304-1E4A5A00D6A9}"/>
          </ac:spMkLst>
        </pc:spChg>
        <pc:spChg chg="add">
          <ac:chgData name="Toon Dergent" userId="9cfdfa7a-c8f0-4020-9307-91f8354f3f6b" providerId="ADAL" clId="{2A64CEAC-3320-4639-96BD-CFB820E957F9}" dt="2026-05-24T12:11:24.849" v="576" actId="26606"/>
          <ac:spMkLst>
            <pc:docMk/>
            <pc:sldMk cId="38559643" sldId="264"/>
            <ac:spMk id="460" creationId="{2D1AF5D9-E67F-4DB6-8615-293D22495C1F}"/>
          </ac:spMkLst>
        </pc:spChg>
        <pc:spChg chg="add del">
          <ac:chgData name="Toon Dergent" userId="9cfdfa7a-c8f0-4020-9307-91f8354f3f6b" providerId="ADAL" clId="{2A64CEAC-3320-4639-96BD-CFB820E957F9}" dt="2026-05-24T12:11:24.839" v="575" actId="26606"/>
          <ac:spMkLst>
            <pc:docMk/>
            <pc:sldMk cId="38559643" sldId="264"/>
            <ac:spMk id="461" creationId="{4D1A5E71-B6B6-486A-8CDC-C7ABD9B903F6}"/>
          </ac:spMkLst>
        </pc:spChg>
        <pc:spChg chg="add del">
          <ac:chgData name="Toon Dergent" userId="9cfdfa7a-c8f0-4020-9307-91f8354f3f6b" providerId="ADAL" clId="{2A64CEAC-3320-4639-96BD-CFB820E957F9}" dt="2026-05-24T12:11:24.839" v="575" actId="26606"/>
          <ac:spMkLst>
            <pc:docMk/>
            <pc:sldMk cId="38559643" sldId="264"/>
            <ac:spMk id="463" creationId="{667882DD-56E8-460E-99D5-86E71982D5AB}"/>
          </ac:spMkLst>
        </pc:spChg>
        <pc:spChg chg="add">
          <ac:chgData name="Toon Dergent" userId="9cfdfa7a-c8f0-4020-9307-91f8354f3f6b" providerId="ADAL" clId="{2A64CEAC-3320-4639-96BD-CFB820E957F9}" dt="2026-05-24T12:11:24.849" v="576" actId="26606"/>
          <ac:spMkLst>
            <pc:docMk/>
            <pc:sldMk cId="38559643" sldId="264"/>
            <ac:spMk id="471" creationId="{7D6BF779-0B8C-4CC2-9268-9506AD0C5331}"/>
          </ac:spMkLst>
        </pc:spChg>
        <pc:grpChg chg="add del">
          <ac:chgData name="Toon Dergent" userId="9cfdfa7a-c8f0-4020-9307-91f8354f3f6b" providerId="ADAL" clId="{2A64CEAC-3320-4639-96BD-CFB820E957F9}" dt="2026-05-24T12:10:59.121" v="564" actId="26606"/>
          <ac:grpSpMkLst>
            <pc:docMk/>
            <pc:sldMk cId="38559643" sldId="264"/>
            <ac:grpSpMk id="49" creationId="{8B6BCBAB-41A5-4D6D-8C9B-55E3AA6FCC21}"/>
          </ac:grpSpMkLst>
        </pc:grpChg>
        <pc:grpChg chg="add del">
          <ac:chgData name="Toon Dergent" userId="9cfdfa7a-c8f0-4020-9307-91f8354f3f6b" providerId="ADAL" clId="{2A64CEAC-3320-4639-96BD-CFB820E957F9}" dt="2026-05-24T12:11:00.556" v="566" actId="26606"/>
          <ac:grpSpMkLst>
            <pc:docMk/>
            <pc:sldMk cId="38559643" sldId="264"/>
            <ac:grpSpMk id="64" creationId="{04A65D55-7E2D-4A21-B355-917D3C6F3E93}"/>
          </ac:grpSpMkLst>
        </pc:grpChg>
        <pc:grpChg chg="add del">
          <ac:chgData name="Toon Dergent" userId="9cfdfa7a-c8f0-4020-9307-91f8354f3f6b" providerId="ADAL" clId="{2A64CEAC-3320-4639-96BD-CFB820E957F9}" dt="2026-05-24T12:11:01.973" v="568" actId="26606"/>
          <ac:grpSpMkLst>
            <pc:docMk/>
            <pc:sldMk cId="38559643" sldId="264"/>
            <ac:grpSpMk id="83" creationId="{8A351602-3772-4279-B0D3-A523F6F6EAB3}"/>
          </ac:grpSpMkLst>
        </pc:grpChg>
        <pc:grpChg chg="add del">
          <ac:chgData name="Toon Dergent" userId="9cfdfa7a-c8f0-4020-9307-91f8354f3f6b" providerId="ADAL" clId="{2A64CEAC-3320-4639-96BD-CFB820E957F9}" dt="2026-05-24T12:11:02.610" v="570" actId="26606"/>
          <ac:grpSpMkLst>
            <pc:docMk/>
            <pc:sldMk cId="38559643" sldId="264"/>
            <ac:grpSpMk id="373" creationId="{8A351602-3772-4279-B0D3-A523F6F6EAB3}"/>
          </ac:grpSpMkLst>
        </pc:grpChg>
        <pc:grpChg chg="add del">
          <ac:chgData name="Toon Dergent" userId="9cfdfa7a-c8f0-4020-9307-91f8354f3f6b" providerId="ADAL" clId="{2A64CEAC-3320-4639-96BD-CFB820E957F9}" dt="2026-05-24T12:11:02.610" v="570" actId="26606"/>
          <ac:grpSpMkLst>
            <pc:docMk/>
            <pc:sldMk cId="38559643" sldId="264"/>
            <ac:grpSpMk id="381" creationId="{19C50935-4DD3-46C8-B0BE-74860460EFCF}"/>
          </ac:grpSpMkLst>
        </pc:grpChg>
        <pc:grpChg chg="add del">
          <ac:chgData name="Toon Dergent" userId="9cfdfa7a-c8f0-4020-9307-91f8354f3f6b" providerId="ADAL" clId="{2A64CEAC-3320-4639-96BD-CFB820E957F9}" dt="2026-05-24T12:11:02.610" v="570" actId="26606"/>
          <ac:grpSpMkLst>
            <pc:docMk/>
            <pc:sldMk cId="38559643" sldId="264"/>
            <ac:grpSpMk id="382" creationId="{EC86BE98-673F-469D-B15E-8B6305CE3A58}"/>
          </ac:grpSpMkLst>
        </pc:grpChg>
        <pc:grpChg chg="add del">
          <ac:chgData name="Toon Dergent" userId="9cfdfa7a-c8f0-4020-9307-91f8354f3f6b" providerId="ADAL" clId="{2A64CEAC-3320-4639-96BD-CFB820E957F9}" dt="2026-05-24T12:11:02.610" v="570" actId="26606"/>
          <ac:grpSpMkLst>
            <pc:docMk/>
            <pc:sldMk cId="38559643" sldId="264"/>
            <ac:grpSpMk id="386" creationId="{F70AAE9F-D40D-4A06-A542-AB26D8AB98F2}"/>
          </ac:grpSpMkLst>
        </pc:grpChg>
        <pc:grpChg chg="add">
          <ac:chgData name="Toon Dergent" userId="9cfdfa7a-c8f0-4020-9307-91f8354f3f6b" providerId="ADAL" clId="{2A64CEAC-3320-4639-96BD-CFB820E957F9}" dt="2026-05-24T12:11:02.622" v="571" actId="26606"/>
          <ac:grpSpMkLst>
            <pc:docMk/>
            <pc:sldMk cId="38559643" sldId="264"/>
            <ac:grpSpMk id="414" creationId="{8A351602-3772-4279-B0D3-A523F6F6EAB3}"/>
          </ac:grpSpMkLst>
        </pc:grpChg>
        <pc:picChg chg="add mod">
          <ac:chgData name="Toon Dergent" userId="9cfdfa7a-c8f0-4020-9307-91f8354f3f6b" providerId="ADAL" clId="{2A64CEAC-3320-4639-96BD-CFB820E957F9}" dt="2026-05-24T14:03:02.172" v="947" actId="1076"/>
          <ac:picMkLst>
            <pc:docMk/>
            <pc:sldMk cId="38559643" sldId="264"/>
            <ac:picMk id="4" creationId="{4FEF4573-3205-87A7-3C1B-2300593D28C6}"/>
          </ac:picMkLst>
        </pc:picChg>
        <pc:picChg chg="add mod">
          <ac:chgData name="Toon Dergent" userId="9cfdfa7a-c8f0-4020-9307-91f8354f3f6b" providerId="ADAL" clId="{2A64CEAC-3320-4639-96BD-CFB820E957F9}" dt="2026-05-24T14:03:02.917" v="948" actId="1076"/>
          <ac:picMkLst>
            <pc:docMk/>
            <pc:sldMk cId="38559643" sldId="264"/>
            <ac:picMk id="5" creationId="{DA8EBFD5-EFC8-8B65-E93E-8ED8D6FF3EF1}"/>
          </ac:picMkLst>
        </pc:picChg>
      </pc:sldChg>
      <pc:sldChg chg="modSp new mod">
        <pc:chgData name="Toon Dergent" userId="9cfdfa7a-c8f0-4020-9307-91f8354f3f6b" providerId="ADAL" clId="{2A64CEAC-3320-4639-96BD-CFB820E957F9}" dt="2026-05-24T12:22:31.315" v="828" actId="20577"/>
        <pc:sldMkLst>
          <pc:docMk/>
          <pc:sldMk cId="841831210" sldId="265"/>
        </pc:sldMkLst>
        <pc:spChg chg="mod">
          <ac:chgData name="Toon Dergent" userId="9cfdfa7a-c8f0-4020-9307-91f8354f3f6b" providerId="ADAL" clId="{2A64CEAC-3320-4639-96BD-CFB820E957F9}" dt="2026-05-24T12:22:31.315" v="828" actId="20577"/>
          <ac:spMkLst>
            <pc:docMk/>
            <pc:sldMk cId="841831210" sldId="265"/>
            <ac:spMk id="2" creationId="{206A7C98-39DD-F41A-24AA-BC61D6E5076E}"/>
          </ac:spMkLst>
        </pc:spChg>
      </pc:sldChg>
      <pc:sldChg chg="addSp modSp new mod setBg">
        <pc:chgData name="Toon Dergent" userId="9cfdfa7a-c8f0-4020-9307-91f8354f3f6b" providerId="ADAL" clId="{2A64CEAC-3320-4639-96BD-CFB820E957F9}" dt="2026-05-24T14:51:43.864" v="1050" actId="15"/>
        <pc:sldMkLst>
          <pc:docMk/>
          <pc:sldMk cId="1237547709" sldId="266"/>
        </pc:sldMkLst>
        <pc:spChg chg="mod">
          <ac:chgData name="Toon Dergent" userId="9cfdfa7a-c8f0-4020-9307-91f8354f3f6b" providerId="ADAL" clId="{2A64CEAC-3320-4639-96BD-CFB820E957F9}" dt="2026-05-24T14:48:42.317" v="996" actId="26606"/>
          <ac:spMkLst>
            <pc:docMk/>
            <pc:sldMk cId="1237547709" sldId="266"/>
            <ac:spMk id="2" creationId="{2BD6452F-FE52-CD9B-AC5E-04FC2849BE66}"/>
          </ac:spMkLst>
        </pc:spChg>
        <pc:spChg chg="mod">
          <ac:chgData name="Toon Dergent" userId="9cfdfa7a-c8f0-4020-9307-91f8354f3f6b" providerId="ADAL" clId="{2A64CEAC-3320-4639-96BD-CFB820E957F9}" dt="2026-05-24T14:51:43.864" v="1050" actId="15"/>
          <ac:spMkLst>
            <pc:docMk/>
            <pc:sldMk cId="1237547709" sldId="266"/>
            <ac:spMk id="3" creationId="{B1BEEE75-CDAB-5888-FE2C-34539769CF67}"/>
          </ac:spMkLst>
        </pc:spChg>
        <pc:spChg chg="add">
          <ac:chgData name="Toon Dergent" userId="9cfdfa7a-c8f0-4020-9307-91f8354f3f6b" providerId="ADAL" clId="{2A64CEAC-3320-4639-96BD-CFB820E957F9}" dt="2026-05-24T14:48:42.317" v="996" actId="26606"/>
          <ac:spMkLst>
            <pc:docMk/>
            <pc:sldMk cId="1237547709" sldId="266"/>
            <ac:spMk id="9" creationId="{5A0118C5-4F8D-4CF4-BADD-53FEACC6C42A}"/>
          </ac:spMkLst>
        </pc:spChg>
        <pc:spChg chg="add">
          <ac:chgData name="Toon Dergent" userId="9cfdfa7a-c8f0-4020-9307-91f8354f3f6b" providerId="ADAL" clId="{2A64CEAC-3320-4639-96BD-CFB820E957F9}" dt="2026-05-24T14:48:42.317" v="996" actId="26606"/>
          <ac:spMkLst>
            <pc:docMk/>
            <pc:sldMk cId="1237547709" sldId="266"/>
            <ac:spMk id="11" creationId="{F98F79A4-A6C7-4101-B1E9-27E05CB7CFA0}"/>
          </ac:spMkLst>
        </pc:spChg>
        <pc:spChg chg="add">
          <ac:chgData name="Toon Dergent" userId="9cfdfa7a-c8f0-4020-9307-91f8354f3f6b" providerId="ADAL" clId="{2A64CEAC-3320-4639-96BD-CFB820E957F9}" dt="2026-05-24T14:48:42.317" v="996" actId="26606"/>
          <ac:spMkLst>
            <pc:docMk/>
            <pc:sldMk cId="1237547709" sldId="266"/>
            <ac:spMk id="13" creationId="{79AFCB35-9C04-4524-A0B1-57FF6865D013}"/>
          </ac:spMkLst>
        </pc:spChg>
        <pc:spChg chg="add">
          <ac:chgData name="Toon Dergent" userId="9cfdfa7a-c8f0-4020-9307-91f8354f3f6b" providerId="ADAL" clId="{2A64CEAC-3320-4639-96BD-CFB820E957F9}" dt="2026-05-24T14:48:42.317" v="996" actId="26606"/>
          <ac:spMkLst>
            <pc:docMk/>
            <pc:sldMk cId="1237547709" sldId="266"/>
            <ac:spMk id="15" creationId="{D11AD2AD-0BA0-4DD3-8EEA-84686A0E718C}"/>
          </ac:spMkLst>
        </pc:spChg>
        <pc:spChg chg="add">
          <ac:chgData name="Toon Dergent" userId="9cfdfa7a-c8f0-4020-9307-91f8354f3f6b" providerId="ADAL" clId="{2A64CEAC-3320-4639-96BD-CFB820E957F9}" dt="2026-05-24T14:48:42.317" v="996" actId="26606"/>
          <ac:spMkLst>
            <pc:docMk/>
            <pc:sldMk cId="1237547709" sldId="266"/>
            <ac:spMk id="17" creationId="{83C8019B-3985-409B-9B87-494B974EE9A2}"/>
          </ac:spMkLst>
        </pc:spChg>
        <pc:spChg chg="add">
          <ac:chgData name="Toon Dergent" userId="9cfdfa7a-c8f0-4020-9307-91f8354f3f6b" providerId="ADAL" clId="{2A64CEAC-3320-4639-96BD-CFB820E957F9}" dt="2026-05-24T14:48:42.317" v="996" actId="26606"/>
          <ac:spMkLst>
            <pc:docMk/>
            <pc:sldMk cId="1237547709" sldId="266"/>
            <ac:spMk id="19" creationId="{9E5C5460-229E-46C8-A712-CC317985420F}"/>
          </ac:spMkLst>
        </pc:spChg>
        <pc:spChg chg="add">
          <ac:chgData name="Toon Dergent" userId="9cfdfa7a-c8f0-4020-9307-91f8354f3f6b" providerId="ADAL" clId="{2A64CEAC-3320-4639-96BD-CFB820E957F9}" dt="2026-05-24T14:48:42.317" v="996" actId="26606"/>
          <ac:spMkLst>
            <pc:docMk/>
            <pc:sldMk cId="1237547709" sldId="266"/>
            <ac:spMk id="21" creationId="{B85A4DB3-61AA-49A1-85A9-B3397CD519AB}"/>
          </ac:spMkLst>
        </pc:spChg>
        <pc:picChg chg="add">
          <ac:chgData name="Toon Dergent" userId="9cfdfa7a-c8f0-4020-9307-91f8354f3f6b" providerId="ADAL" clId="{2A64CEAC-3320-4639-96BD-CFB820E957F9}" dt="2026-05-24T14:48:42.317" v="996" actId="26606"/>
          <ac:picMkLst>
            <pc:docMk/>
            <pc:sldMk cId="1237547709" sldId="266"/>
            <ac:picMk id="5" creationId="{239D2AAC-5F06-6384-E4E5-FB4BF0962B22}"/>
          </ac:picMkLst>
        </pc:picChg>
      </pc:sldChg>
      <pc:sldChg chg="addSp delSp modSp new mod setBg addAnim modAnim">
        <pc:chgData name="Toon Dergent" userId="9cfdfa7a-c8f0-4020-9307-91f8354f3f6b" providerId="ADAL" clId="{2A64CEAC-3320-4639-96BD-CFB820E957F9}" dt="2026-05-24T14:50:33.621" v="999"/>
        <pc:sldMkLst>
          <pc:docMk/>
          <pc:sldMk cId="1021663838" sldId="267"/>
        </pc:sldMkLst>
        <pc:spChg chg="mod">
          <ac:chgData name="Toon Dergent" userId="9cfdfa7a-c8f0-4020-9307-91f8354f3f6b" providerId="ADAL" clId="{2A64CEAC-3320-4639-96BD-CFB820E957F9}" dt="2026-05-24T14:50:29.255" v="997" actId="26606"/>
          <ac:spMkLst>
            <pc:docMk/>
            <pc:sldMk cId="1021663838" sldId="267"/>
            <ac:spMk id="2" creationId="{286D24F4-4977-A35F-A12A-490A3DB5DF10}"/>
          </ac:spMkLst>
        </pc:spChg>
        <pc:spChg chg="del">
          <ac:chgData name="Toon Dergent" userId="9cfdfa7a-c8f0-4020-9307-91f8354f3f6b" providerId="ADAL" clId="{2A64CEAC-3320-4639-96BD-CFB820E957F9}" dt="2026-05-24T14:05:37.772" v="973" actId="478"/>
          <ac:spMkLst>
            <pc:docMk/>
            <pc:sldMk cId="1021663838" sldId="267"/>
            <ac:spMk id="3" creationId="{4197BBF3-321F-E8B0-65EA-0C5142741410}"/>
          </ac:spMkLst>
        </pc:spChg>
        <pc:spChg chg="add">
          <ac:chgData name="Toon Dergent" userId="9cfdfa7a-c8f0-4020-9307-91f8354f3f6b" providerId="ADAL" clId="{2A64CEAC-3320-4639-96BD-CFB820E957F9}" dt="2026-05-24T14:50:29.255" v="997" actId="26606"/>
          <ac:spMkLst>
            <pc:docMk/>
            <pc:sldMk cId="1021663838" sldId="267"/>
            <ac:spMk id="14" creationId="{7D6BF779-0B8C-4CC2-9268-9506AD0C5331}"/>
          </ac:spMkLst>
        </pc:spChg>
        <pc:spChg chg="add">
          <ac:chgData name="Toon Dergent" userId="9cfdfa7a-c8f0-4020-9307-91f8354f3f6b" providerId="ADAL" clId="{2A64CEAC-3320-4639-96BD-CFB820E957F9}" dt="2026-05-24T14:50:29.255" v="997" actId="26606"/>
          <ac:spMkLst>
            <pc:docMk/>
            <pc:sldMk cId="1021663838" sldId="267"/>
            <ac:spMk id="24" creationId="{BE5AF1D6-62CC-4988-9174-993F112DC2A2}"/>
          </ac:spMkLst>
        </pc:spChg>
        <pc:spChg chg="add">
          <ac:chgData name="Toon Dergent" userId="9cfdfa7a-c8f0-4020-9307-91f8354f3f6b" providerId="ADAL" clId="{2A64CEAC-3320-4639-96BD-CFB820E957F9}" dt="2026-05-24T14:50:29.255" v="997" actId="26606"/>
          <ac:spMkLst>
            <pc:docMk/>
            <pc:sldMk cId="1021663838" sldId="267"/>
            <ac:spMk id="28" creationId="{6BA9E676-A8FC-4C2F-8D78-C13ED8ABDBA8}"/>
          </ac:spMkLst>
        </pc:spChg>
        <pc:spChg chg="add">
          <ac:chgData name="Toon Dergent" userId="9cfdfa7a-c8f0-4020-9307-91f8354f3f6b" providerId="ADAL" clId="{2A64CEAC-3320-4639-96BD-CFB820E957F9}" dt="2026-05-24T14:50:29.255" v="997" actId="26606"/>
          <ac:spMkLst>
            <pc:docMk/>
            <pc:sldMk cId="1021663838" sldId="267"/>
            <ac:spMk id="30" creationId="{A2B5CBEA-F125-49B6-8335-227C325B112B}"/>
          </ac:spMkLst>
        </pc:spChg>
        <pc:spChg chg="add">
          <ac:chgData name="Toon Dergent" userId="9cfdfa7a-c8f0-4020-9307-91f8354f3f6b" providerId="ADAL" clId="{2A64CEAC-3320-4639-96BD-CFB820E957F9}" dt="2026-05-24T14:50:29.255" v="997" actId="26606"/>
          <ac:spMkLst>
            <pc:docMk/>
            <pc:sldMk cId="1021663838" sldId="267"/>
            <ac:spMk id="32" creationId="{EECD79B5-5FC5-495F-BFD6-346C16E787A7}"/>
          </ac:spMkLst>
        </pc:spChg>
        <pc:spChg chg="add">
          <ac:chgData name="Toon Dergent" userId="9cfdfa7a-c8f0-4020-9307-91f8354f3f6b" providerId="ADAL" clId="{2A64CEAC-3320-4639-96BD-CFB820E957F9}" dt="2026-05-24T14:50:29.255" v="997" actId="26606"/>
          <ac:spMkLst>
            <pc:docMk/>
            <pc:sldMk cId="1021663838" sldId="267"/>
            <ac:spMk id="34" creationId="{2C1D3151-5F97-4860-B56C-C98BD62CC255}"/>
          </ac:spMkLst>
        </pc:spChg>
        <pc:spChg chg="add">
          <ac:chgData name="Toon Dergent" userId="9cfdfa7a-c8f0-4020-9307-91f8354f3f6b" providerId="ADAL" clId="{2A64CEAC-3320-4639-96BD-CFB820E957F9}" dt="2026-05-24T14:50:29.255" v="997" actId="26606"/>
          <ac:spMkLst>
            <pc:docMk/>
            <pc:sldMk cId="1021663838" sldId="267"/>
            <ac:spMk id="36" creationId="{32D9D048-3063-435A-8C23-26C1907E9619}"/>
          </ac:spMkLst>
        </pc:spChg>
        <pc:spChg chg="add">
          <ac:chgData name="Toon Dergent" userId="9cfdfa7a-c8f0-4020-9307-91f8354f3f6b" providerId="ADAL" clId="{2A64CEAC-3320-4639-96BD-CFB820E957F9}" dt="2026-05-24T14:50:29.255" v="997" actId="26606"/>
          <ac:spMkLst>
            <pc:docMk/>
            <pc:sldMk cId="1021663838" sldId="267"/>
            <ac:spMk id="38" creationId="{8DE96824-E506-4448-8704-5EC7BF7BC51B}"/>
          </ac:spMkLst>
        </pc:spChg>
        <pc:spChg chg="add">
          <ac:chgData name="Toon Dergent" userId="9cfdfa7a-c8f0-4020-9307-91f8354f3f6b" providerId="ADAL" clId="{2A64CEAC-3320-4639-96BD-CFB820E957F9}" dt="2026-05-24T14:50:29.255" v="997" actId="26606"/>
          <ac:spMkLst>
            <pc:docMk/>
            <pc:sldMk cId="1021663838" sldId="267"/>
            <ac:spMk id="42" creationId="{B6C541AE-9B02-44C0-B8C6-B2DEA7ED3813}"/>
          </ac:spMkLst>
        </pc:spChg>
      </pc:sldChg>
      <pc:sldMasterChg chg="del delSldLayout">
        <pc:chgData name="Toon Dergent" userId="9cfdfa7a-c8f0-4020-9307-91f8354f3f6b" providerId="ADAL" clId="{2A64CEAC-3320-4639-96BD-CFB820E957F9}" dt="2026-05-23T09:31:25.372" v="46" actId="26606"/>
        <pc:sldMasterMkLst>
          <pc:docMk/>
          <pc:sldMasterMk cId="4210501822" sldId="2147483722"/>
        </pc:sldMasterMkLst>
        <pc:sldLayoutChg chg="del">
          <pc:chgData name="Toon Dergent" userId="9cfdfa7a-c8f0-4020-9307-91f8354f3f6b" providerId="ADAL" clId="{2A64CEAC-3320-4639-96BD-CFB820E957F9}" dt="2026-05-23T09:31:25.372" v="46" actId="26606"/>
          <pc:sldLayoutMkLst>
            <pc:docMk/>
            <pc:sldMasterMk cId="4210501822" sldId="2147483722"/>
            <pc:sldLayoutMk cId="1337786525" sldId="2147483711"/>
          </pc:sldLayoutMkLst>
        </pc:sldLayoutChg>
        <pc:sldLayoutChg chg="del">
          <pc:chgData name="Toon Dergent" userId="9cfdfa7a-c8f0-4020-9307-91f8354f3f6b" providerId="ADAL" clId="{2A64CEAC-3320-4639-96BD-CFB820E957F9}" dt="2026-05-23T09:31:25.372" v="46" actId="26606"/>
          <pc:sldLayoutMkLst>
            <pc:docMk/>
            <pc:sldMasterMk cId="4210501822" sldId="2147483722"/>
            <pc:sldLayoutMk cId="3301219590" sldId="2147483712"/>
          </pc:sldLayoutMkLst>
        </pc:sldLayoutChg>
        <pc:sldLayoutChg chg="del">
          <pc:chgData name="Toon Dergent" userId="9cfdfa7a-c8f0-4020-9307-91f8354f3f6b" providerId="ADAL" clId="{2A64CEAC-3320-4639-96BD-CFB820E957F9}" dt="2026-05-23T09:31:25.372" v="46" actId="26606"/>
          <pc:sldLayoutMkLst>
            <pc:docMk/>
            <pc:sldMasterMk cId="4210501822" sldId="2147483722"/>
            <pc:sldLayoutMk cId="918606163" sldId="2147483713"/>
          </pc:sldLayoutMkLst>
        </pc:sldLayoutChg>
        <pc:sldLayoutChg chg="del">
          <pc:chgData name="Toon Dergent" userId="9cfdfa7a-c8f0-4020-9307-91f8354f3f6b" providerId="ADAL" clId="{2A64CEAC-3320-4639-96BD-CFB820E957F9}" dt="2026-05-23T09:31:25.372" v="46" actId="26606"/>
          <pc:sldLayoutMkLst>
            <pc:docMk/>
            <pc:sldMasterMk cId="4210501822" sldId="2147483722"/>
            <pc:sldLayoutMk cId="3418092733" sldId="2147483714"/>
          </pc:sldLayoutMkLst>
        </pc:sldLayoutChg>
        <pc:sldLayoutChg chg="del">
          <pc:chgData name="Toon Dergent" userId="9cfdfa7a-c8f0-4020-9307-91f8354f3f6b" providerId="ADAL" clId="{2A64CEAC-3320-4639-96BD-CFB820E957F9}" dt="2026-05-23T09:31:25.372" v="46" actId="26606"/>
          <pc:sldLayoutMkLst>
            <pc:docMk/>
            <pc:sldMasterMk cId="4210501822" sldId="2147483722"/>
            <pc:sldLayoutMk cId="1151828784" sldId="2147483715"/>
          </pc:sldLayoutMkLst>
        </pc:sldLayoutChg>
        <pc:sldLayoutChg chg="del">
          <pc:chgData name="Toon Dergent" userId="9cfdfa7a-c8f0-4020-9307-91f8354f3f6b" providerId="ADAL" clId="{2A64CEAC-3320-4639-96BD-CFB820E957F9}" dt="2026-05-23T09:31:25.372" v="46" actId="26606"/>
          <pc:sldLayoutMkLst>
            <pc:docMk/>
            <pc:sldMasterMk cId="4210501822" sldId="2147483722"/>
            <pc:sldLayoutMk cId="439452992" sldId="2147483716"/>
          </pc:sldLayoutMkLst>
        </pc:sldLayoutChg>
        <pc:sldLayoutChg chg="del">
          <pc:chgData name="Toon Dergent" userId="9cfdfa7a-c8f0-4020-9307-91f8354f3f6b" providerId="ADAL" clId="{2A64CEAC-3320-4639-96BD-CFB820E957F9}" dt="2026-05-23T09:31:25.372" v="46" actId="26606"/>
          <pc:sldLayoutMkLst>
            <pc:docMk/>
            <pc:sldMasterMk cId="4210501822" sldId="2147483722"/>
            <pc:sldLayoutMk cId="838441306" sldId="2147483717"/>
          </pc:sldLayoutMkLst>
        </pc:sldLayoutChg>
        <pc:sldLayoutChg chg="del">
          <pc:chgData name="Toon Dergent" userId="9cfdfa7a-c8f0-4020-9307-91f8354f3f6b" providerId="ADAL" clId="{2A64CEAC-3320-4639-96BD-CFB820E957F9}" dt="2026-05-23T09:31:25.372" v="46" actId="26606"/>
          <pc:sldLayoutMkLst>
            <pc:docMk/>
            <pc:sldMasterMk cId="4210501822" sldId="2147483722"/>
            <pc:sldLayoutMk cId="2670679957" sldId="2147483718"/>
          </pc:sldLayoutMkLst>
        </pc:sldLayoutChg>
        <pc:sldLayoutChg chg="del">
          <pc:chgData name="Toon Dergent" userId="9cfdfa7a-c8f0-4020-9307-91f8354f3f6b" providerId="ADAL" clId="{2A64CEAC-3320-4639-96BD-CFB820E957F9}" dt="2026-05-23T09:31:25.372" v="46" actId="26606"/>
          <pc:sldLayoutMkLst>
            <pc:docMk/>
            <pc:sldMasterMk cId="4210501822" sldId="2147483722"/>
            <pc:sldLayoutMk cId="3923043929" sldId="2147483719"/>
          </pc:sldLayoutMkLst>
        </pc:sldLayoutChg>
        <pc:sldLayoutChg chg="del">
          <pc:chgData name="Toon Dergent" userId="9cfdfa7a-c8f0-4020-9307-91f8354f3f6b" providerId="ADAL" clId="{2A64CEAC-3320-4639-96BD-CFB820E957F9}" dt="2026-05-23T09:31:25.372" v="46" actId="26606"/>
          <pc:sldLayoutMkLst>
            <pc:docMk/>
            <pc:sldMasterMk cId="4210501822" sldId="2147483722"/>
            <pc:sldLayoutMk cId="3341516877" sldId="2147483720"/>
          </pc:sldLayoutMkLst>
        </pc:sldLayoutChg>
        <pc:sldLayoutChg chg="del">
          <pc:chgData name="Toon Dergent" userId="9cfdfa7a-c8f0-4020-9307-91f8354f3f6b" providerId="ADAL" clId="{2A64CEAC-3320-4639-96BD-CFB820E957F9}" dt="2026-05-23T09:31:25.372" v="46" actId="26606"/>
          <pc:sldLayoutMkLst>
            <pc:docMk/>
            <pc:sldMasterMk cId="4210501822" sldId="2147483722"/>
            <pc:sldLayoutMk cId="2206956992" sldId="2147483721"/>
          </pc:sldLayoutMkLst>
        </pc:sldLayoutChg>
      </pc:sldMasterChg>
      <pc:sldMasterChg chg="add del addSldLayout delSldLayout">
        <pc:chgData name="Toon Dergent" userId="9cfdfa7a-c8f0-4020-9307-91f8354f3f6b" providerId="ADAL" clId="{2A64CEAC-3320-4639-96BD-CFB820E957F9}" dt="2026-05-23T09:31:37.336" v="53" actId="26606"/>
        <pc:sldMasterMkLst>
          <pc:docMk/>
          <pc:sldMasterMk cId="4255070628" sldId="2147483775"/>
        </pc:sldMasterMkLst>
        <pc:sldLayoutChg chg="add del">
          <pc:chgData name="Toon Dergent" userId="9cfdfa7a-c8f0-4020-9307-91f8354f3f6b" providerId="ADAL" clId="{2A64CEAC-3320-4639-96BD-CFB820E957F9}" dt="2026-05-23T09:31:37.336" v="53" actId="26606"/>
          <pc:sldLayoutMkLst>
            <pc:docMk/>
            <pc:sldMasterMk cId="4255070628" sldId="2147483775"/>
            <pc:sldLayoutMk cId="2211925406" sldId="2147483764"/>
          </pc:sldLayoutMkLst>
        </pc:sldLayoutChg>
        <pc:sldLayoutChg chg="add del">
          <pc:chgData name="Toon Dergent" userId="9cfdfa7a-c8f0-4020-9307-91f8354f3f6b" providerId="ADAL" clId="{2A64CEAC-3320-4639-96BD-CFB820E957F9}" dt="2026-05-23T09:31:37.336" v="53" actId="26606"/>
          <pc:sldLayoutMkLst>
            <pc:docMk/>
            <pc:sldMasterMk cId="4255070628" sldId="2147483775"/>
            <pc:sldLayoutMk cId="3205900410" sldId="2147483765"/>
          </pc:sldLayoutMkLst>
        </pc:sldLayoutChg>
        <pc:sldLayoutChg chg="add del">
          <pc:chgData name="Toon Dergent" userId="9cfdfa7a-c8f0-4020-9307-91f8354f3f6b" providerId="ADAL" clId="{2A64CEAC-3320-4639-96BD-CFB820E957F9}" dt="2026-05-23T09:31:37.336" v="53" actId="26606"/>
          <pc:sldLayoutMkLst>
            <pc:docMk/>
            <pc:sldMasterMk cId="4255070628" sldId="2147483775"/>
            <pc:sldLayoutMk cId="48419914" sldId="2147483766"/>
          </pc:sldLayoutMkLst>
        </pc:sldLayoutChg>
        <pc:sldLayoutChg chg="add del">
          <pc:chgData name="Toon Dergent" userId="9cfdfa7a-c8f0-4020-9307-91f8354f3f6b" providerId="ADAL" clId="{2A64CEAC-3320-4639-96BD-CFB820E957F9}" dt="2026-05-23T09:31:37.336" v="53" actId="26606"/>
          <pc:sldLayoutMkLst>
            <pc:docMk/>
            <pc:sldMasterMk cId="4255070628" sldId="2147483775"/>
            <pc:sldLayoutMk cId="2660159359" sldId="2147483767"/>
          </pc:sldLayoutMkLst>
        </pc:sldLayoutChg>
        <pc:sldLayoutChg chg="add del">
          <pc:chgData name="Toon Dergent" userId="9cfdfa7a-c8f0-4020-9307-91f8354f3f6b" providerId="ADAL" clId="{2A64CEAC-3320-4639-96BD-CFB820E957F9}" dt="2026-05-23T09:31:37.336" v="53" actId="26606"/>
          <pc:sldLayoutMkLst>
            <pc:docMk/>
            <pc:sldMasterMk cId="4255070628" sldId="2147483775"/>
            <pc:sldLayoutMk cId="2179337183" sldId="2147483768"/>
          </pc:sldLayoutMkLst>
        </pc:sldLayoutChg>
        <pc:sldLayoutChg chg="add del">
          <pc:chgData name="Toon Dergent" userId="9cfdfa7a-c8f0-4020-9307-91f8354f3f6b" providerId="ADAL" clId="{2A64CEAC-3320-4639-96BD-CFB820E957F9}" dt="2026-05-23T09:31:37.336" v="53" actId="26606"/>
          <pc:sldLayoutMkLst>
            <pc:docMk/>
            <pc:sldMasterMk cId="4255070628" sldId="2147483775"/>
            <pc:sldLayoutMk cId="1694476690" sldId="2147483769"/>
          </pc:sldLayoutMkLst>
        </pc:sldLayoutChg>
        <pc:sldLayoutChg chg="add del">
          <pc:chgData name="Toon Dergent" userId="9cfdfa7a-c8f0-4020-9307-91f8354f3f6b" providerId="ADAL" clId="{2A64CEAC-3320-4639-96BD-CFB820E957F9}" dt="2026-05-23T09:31:37.336" v="53" actId="26606"/>
          <pc:sldLayoutMkLst>
            <pc:docMk/>
            <pc:sldMasterMk cId="4255070628" sldId="2147483775"/>
            <pc:sldLayoutMk cId="839420848" sldId="2147483770"/>
          </pc:sldLayoutMkLst>
        </pc:sldLayoutChg>
        <pc:sldLayoutChg chg="add del">
          <pc:chgData name="Toon Dergent" userId="9cfdfa7a-c8f0-4020-9307-91f8354f3f6b" providerId="ADAL" clId="{2A64CEAC-3320-4639-96BD-CFB820E957F9}" dt="2026-05-23T09:31:37.336" v="53" actId="26606"/>
          <pc:sldLayoutMkLst>
            <pc:docMk/>
            <pc:sldMasterMk cId="4255070628" sldId="2147483775"/>
            <pc:sldLayoutMk cId="917131022" sldId="2147483771"/>
          </pc:sldLayoutMkLst>
        </pc:sldLayoutChg>
        <pc:sldLayoutChg chg="add del">
          <pc:chgData name="Toon Dergent" userId="9cfdfa7a-c8f0-4020-9307-91f8354f3f6b" providerId="ADAL" clId="{2A64CEAC-3320-4639-96BD-CFB820E957F9}" dt="2026-05-23T09:31:37.336" v="53" actId="26606"/>
          <pc:sldLayoutMkLst>
            <pc:docMk/>
            <pc:sldMasterMk cId="4255070628" sldId="2147483775"/>
            <pc:sldLayoutMk cId="1978114241" sldId="2147483772"/>
          </pc:sldLayoutMkLst>
        </pc:sldLayoutChg>
        <pc:sldLayoutChg chg="add del">
          <pc:chgData name="Toon Dergent" userId="9cfdfa7a-c8f0-4020-9307-91f8354f3f6b" providerId="ADAL" clId="{2A64CEAC-3320-4639-96BD-CFB820E957F9}" dt="2026-05-23T09:31:37.336" v="53" actId="26606"/>
          <pc:sldLayoutMkLst>
            <pc:docMk/>
            <pc:sldMasterMk cId="4255070628" sldId="2147483775"/>
            <pc:sldLayoutMk cId="3640427583" sldId="2147483773"/>
          </pc:sldLayoutMkLst>
        </pc:sldLayoutChg>
        <pc:sldLayoutChg chg="add del">
          <pc:chgData name="Toon Dergent" userId="9cfdfa7a-c8f0-4020-9307-91f8354f3f6b" providerId="ADAL" clId="{2A64CEAC-3320-4639-96BD-CFB820E957F9}" dt="2026-05-23T09:31:37.336" v="53" actId="26606"/>
          <pc:sldLayoutMkLst>
            <pc:docMk/>
            <pc:sldMasterMk cId="4255070628" sldId="2147483775"/>
            <pc:sldLayoutMk cId="3073281822" sldId="2147483774"/>
          </pc:sldLayoutMkLst>
        </pc:sldLayoutChg>
      </pc:sldMasterChg>
      <pc:sldMasterChg chg="add del addSldLayout delSldLayout">
        <pc:chgData name="Toon Dergent" userId="9cfdfa7a-c8f0-4020-9307-91f8354f3f6b" providerId="ADAL" clId="{2A64CEAC-3320-4639-96BD-CFB820E957F9}" dt="2026-05-23T09:31:37.312" v="52" actId="26606"/>
        <pc:sldMasterMkLst>
          <pc:docMk/>
          <pc:sldMasterMk cId="3277943828" sldId="2147483851"/>
        </pc:sldMasterMkLst>
        <pc:sldLayoutChg chg="add del">
          <pc:chgData name="Toon Dergent" userId="9cfdfa7a-c8f0-4020-9307-91f8354f3f6b" providerId="ADAL" clId="{2A64CEAC-3320-4639-96BD-CFB820E957F9}" dt="2026-05-23T09:31:37.312" v="52" actId="26606"/>
          <pc:sldLayoutMkLst>
            <pc:docMk/>
            <pc:sldMasterMk cId="3277943828" sldId="2147483851"/>
            <pc:sldLayoutMk cId="784324748" sldId="2147483840"/>
          </pc:sldLayoutMkLst>
        </pc:sldLayoutChg>
        <pc:sldLayoutChg chg="add del">
          <pc:chgData name="Toon Dergent" userId="9cfdfa7a-c8f0-4020-9307-91f8354f3f6b" providerId="ADAL" clId="{2A64CEAC-3320-4639-96BD-CFB820E957F9}" dt="2026-05-23T09:31:37.312" v="52" actId="26606"/>
          <pc:sldLayoutMkLst>
            <pc:docMk/>
            <pc:sldMasterMk cId="3277943828" sldId="2147483851"/>
            <pc:sldLayoutMk cId="1563435540" sldId="2147483841"/>
          </pc:sldLayoutMkLst>
        </pc:sldLayoutChg>
        <pc:sldLayoutChg chg="add del">
          <pc:chgData name="Toon Dergent" userId="9cfdfa7a-c8f0-4020-9307-91f8354f3f6b" providerId="ADAL" clId="{2A64CEAC-3320-4639-96BD-CFB820E957F9}" dt="2026-05-23T09:31:37.312" v="52" actId="26606"/>
          <pc:sldLayoutMkLst>
            <pc:docMk/>
            <pc:sldMasterMk cId="3277943828" sldId="2147483851"/>
            <pc:sldLayoutMk cId="1085522234" sldId="2147483842"/>
          </pc:sldLayoutMkLst>
        </pc:sldLayoutChg>
        <pc:sldLayoutChg chg="add del">
          <pc:chgData name="Toon Dergent" userId="9cfdfa7a-c8f0-4020-9307-91f8354f3f6b" providerId="ADAL" clId="{2A64CEAC-3320-4639-96BD-CFB820E957F9}" dt="2026-05-23T09:31:37.312" v="52" actId="26606"/>
          <pc:sldLayoutMkLst>
            <pc:docMk/>
            <pc:sldMasterMk cId="3277943828" sldId="2147483851"/>
            <pc:sldLayoutMk cId="2989043212" sldId="2147483843"/>
          </pc:sldLayoutMkLst>
        </pc:sldLayoutChg>
        <pc:sldLayoutChg chg="add del">
          <pc:chgData name="Toon Dergent" userId="9cfdfa7a-c8f0-4020-9307-91f8354f3f6b" providerId="ADAL" clId="{2A64CEAC-3320-4639-96BD-CFB820E957F9}" dt="2026-05-23T09:31:37.312" v="52" actId="26606"/>
          <pc:sldLayoutMkLst>
            <pc:docMk/>
            <pc:sldMasterMk cId="3277943828" sldId="2147483851"/>
            <pc:sldLayoutMk cId="3441314075" sldId="2147483844"/>
          </pc:sldLayoutMkLst>
        </pc:sldLayoutChg>
        <pc:sldLayoutChg chg="add del">
          <pc:chgData name="Toon Dergent" userId="9cfdfa7a-c8f0-4020-9307-91f8354f3f6b" providerId="ADAL" clId="{2A64CEAC-3320-4639-96BD-CFB820E957F9}" dt="2026-05-23T09:31:37.312" v="52" actId="26606"/>
          <pc:sldLayoutMkLst>
            <pc:docMk/>
            <pc:sldMasterMk cId="3277943828" sldId="2147483851"/>
            <pc:sldLayoutMk cId="4003437435" sldId="2147483845"/>
          </pc:sldLayoutMkLst>
        </pc:sldLayoutChg>
        <pc:sldLayoutChg chg="add del">
          <pc:chgData name="Toon Dergent" userId="9cfdfa7a-c8f0-4020-9307-91f8354f3f6b" providerId="ADAL" clId="{2A64CEAC-3320-4639-96BD-CFB820E957F9}" dt="2026-05-23T09:31:37.312" v="52" actId="26606"/>
          <pc:sldLayoutMkLst>
            <pc:docMk/>
            <pc:sldMasterMk cId="3277943828" sldId="2147483851"/>
            <pc:sldLayoutMk cId="2097581113" sldId="2147483846"/>
          </pc:sldLayoutMkLst>
        </pc:sldLayoutChg>
        <pc:sldLayoutChg chg="add del">
          <pc:chgData name="Toon Dergent" userId="9cfdfa7a-c8f0-4020-9307-91f8354f3f6b" providerId="ADAL" clId="{2A64CEAC-3320-4639-96BD-CFB820E957F9}" dt="2026-05-23T09:31:37.312" v="52" actId="26606"/>
          <pc:sldLayoutMkLst>
            <pc:docMk/>
            <pc:sldMasterMk cId="3277943828" sldId="2147483851"/>
            <pc:sldLayoutMk cId="1498193725" sldId="2147483847"/>
          </pc:sldLayoutMkLst>
        </pc:sldLayoutChg>
        <pc:sldLayoutChg chg="add del">
          <pc:chgData name="Toon Dergent" userId="9cfdfa7a-c8f0-4020-9307-91f8354f3f6b" providerId="ADAL" clId="{2A64CEAC-3320-4639-96BD-CFB820E957F9}" dt="2026-05-23T09:31:37.312" v="52" actId="26606"/>
          <pc:sldLayoutMkLst>
            <pc:docMk/>
            <pc:sldMasterMk cId="3277943828" sldId="2147483851"/>
            <pc:sldLayoutMk cId="2665246544" sldId="2147483848"/>
          </pc:sldLayoutMkLst>
        </pc:sldLayoutChg>
        <pc:sldLayoutChg chg="add del">
          <pc:chgData name="Toon Dergent" userId="9cfdfa7a-c8f0-4020-9307-91f8354f3f6b" providerId="ADAL" clId="{2A64CEAC-3320-4639-96BD-CFB820E957F9}" dt="2026-05-23T09:31:37.312" v="52" actId="26606"/>
          <pc:sldLayoutMkLst>
            <pc:docMk/>
            <pc:sldMasterMk cId="3277943828" sldId="2147483851"/>
            <pc:sldLayoutMk cId="3715532527" sldId="2147483849"/>
          </pc:sldLayoutMkLst>
        </pc:sldLayoutChg>
        <pc:sldLayoutChg chg="add del">
          <pc:chgData name="Toon Dergent" userId="9cfdfa7a-c8f0-4020-9307-91f8354f3f6b" providerId="ADAL" clId="{2A64CEAC-3320-4639-96BD-CFB820E957F9}" dt="2026-05-23T09:31:37.312" v="52" actId="26606"/>
          <pc:sldLayoutMkLst>
            <pc:docMk/>
            <pc:sldMasterMk cId="3277943828" sldId="2147483851"/>
            <pc:sldLayoutMk cId="3384023873" sldId="2147483850"/>
          </pc:sldLayoutMkLst>
        </pc:sldLayoutChg>
      </pc:sldMasterChg>
      <pc:sldMasterChg chg="add del addSldLayout delSldLayout">
        <pc:chgData name="Toon Dergent" userId="9cfdfa7a-c8f0-4020-9307-91f8354f3f6b" providerId="ADAL" clId="{2A64CEAC-3320-4639-96BD-CFB820E957F9}" dt="2026-05-23T09:32:40.616" v="57" actId="26606"/>
        <pc:sldMasterMkLst>
          <pc:docMk/>
          <pc:sldMasterMk cId="2995625966" sldId="2147483864"/>
        </pc:sldMasterMkLst>
        <pc:sldLayoutChg chg="add del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995625966" sldId="2147483864"/>
            <pc:sldLayoutMk cId="1745755526" sldId="2147483853"/>
          </pc:sldLayoutMkLst>
        </pc:sldLayoutChg>
        <pc:sldLayoutChg chg="add del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995625966" sldId="2147483864"/>
            <pc:sldLayoutMk cId="1147395727" sldId="2147483854"/>
          </pc:sldLayoutMkLst>
        </pc:sldLayoutChg>
        <pc:sldLayoutChg chg="add del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995625966" sldId="2147483864"/>
            <pc:sldLayoutMk cId="4273434448" sldId="2147483855"/>
          </pc:sldLayoutMkLst>
        </pc:sldLayoutChg>
        <pc:sldLayoutChg chg="add del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995625966" sldId="2147483864"/>
            <pc:sldLayoutMk cId="107778857" sldId="2147483856"/>
          </pc:sldLayoutMkLst>
        </pc:sldLayoutChg>
        <pc:sldLayoutChg chg="add del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995625966" sldId="2147483864"/>
            <pc:sldLayoutMk cId="245938623" sldId="2147483857"/>
          </pc:sldLayoutMkLst>
        </pc:sldLayoutChg>
        <pc:sldLayoutChg chg="add del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995625966" sldId="2147483864"/>
            <pc:sldLayoutMk cId="1303324501" sldId="2147483858"/>
          </pc:sldLayoutMkLst>
        </pc:sldLayoutChg>
        <pc:sldLayoutChg chg="add del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995625966" sldId="2147483864"/>
            <pc:sldLayoutMk cId="4292870992" sldId="2147483859"/>
          </pc:sldLayoutMkLst>
        </pc:sldLayoutChg>
        <pc:sldLayoutChg chg="add del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995625966" sldId="2147483864"/>
            <pc:sldLayoutMk cId="2228347917" sldId="2147483860"/>
          </pc:sldLayoutMkLst>
        </pc:sldLayoutChg>
        <pc:sldLayoutChg chg="add del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995625966" sldId="2147483864"/>
            <pc:sldLayoutMk cId="81178772" sldId="2147483861"/>
          </pc:sldLayoutMkLst>
        </pc:sldLayoutChg>
        <pc:sldLayoutChg chg="add del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995625966" sldId="2147483864"/>
            <pc:sldLayoutMk cId="2696316344" sldId="2147483862"/>
          </pc:sldLayoutMkLst>
        </pc:sldLayoutChg>
        <pc:sldLayoutChg chg="add del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995625966" sldId="2147483864"/>
            <pc:sldLayoutMk cId="2408254404" sldId="2147483863"/>
          </pc:sldLayoutMkLst>
        </pc:sldLayoutChg>
      </pc:sldMasterChg>
      <pc:sldMasterChg chg="add addSldLayout">
        <pc:chgData name="Toon Dergent" userId="9cfdfa7a-c8f0-4020-9307-91f8354f3f6b" providerId="ADAL" clId="{2A64CEAC-3320-4639-96BD-CFB820E957F9}" dt="2026-05-23T09:32:40.616" v="57" actId="26606"/>
        <pc:sldMasterMkLst>
          <pc:docMk/>
          <pc:sldMasterMk cId="267878366" sldId="2147483940"/>
        </pc:sldMasterMkLst>
        <pc:sldLayoutChg chg="add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67878366" sldId="2147483940"/>
            <pc:sldLayoutMk cId="3079091037" sldId="2147483929"/>
          </pc:sldLayoutMkLst>
        </pc:sldLayoutChg>
        <pc:sldLayoutChg chg="add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67878366" sldId="2147483940"/>
            <pc:sldLayoutMk cId="199407874" sldId="2147483930"/>
          </pc:sldLayoutMkLst>
        </pc:sldLayoutChg>
        <pc:sldLayoutChg chg="add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67878366" sldId="2147483940"/>
            <pc:sldLayoutMk cId="817385862" sldId="2147483931"/>
          </pc:sldLayoutMkLst>
        </pc:sldLayoutChg>
        <pc:sldLayoutChg chg="add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67878366" sldId="2147483940"/>
            <pc:sldLayoutMk cId="353331894" sldId="2147483932"/>
          </pc:sldLayoutMkLst>
        </pc:sldLayoutChg>
        <pc:sldLayoutChg chg="add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67878366" sldId="2147483940"/>
            <pc:sldLayoutMk cId="2215825538" sldId="2147483933"/>
          </pc:sldLayoutMkLst>
        </pc:sldLayoutChg>
        <pc:sldLayoutChg chg="add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67878366" sldId="2147483940"/>
            <pc:sldLayoutMk cId="922413646" sldId="2147483934"/>
          </pc:sldLayoutMkLst>
        </pc:sldLayoutChg>
        <pc:sldLayoutChg chg="add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67878366" sldId="2147483940"/>
            <pc:sldLayoutMk cId="563044811" sldId="2147483935"/>
          </pc:sldLayoutMkLst>
        </pc:sldLayoutChg>
        <pc:sldLayoutChg chg="add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67878366" sldId="2147483940"/>
            <pc:sldLayoutMk cId="2378619661" sldId="2147483936"/>
          </pc:sldLayoutMkLst>
        </pc:sldLayoutChg>
        <pc:sldLayoutChg chg="add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67878366" sldId="2147483940"/>
            <pc:sldLayoutMk cId="2563403422" sldId="2147483937"/>
          </pc:sldLayoutMkLst>
        </pc:sldLayoutChg>
        <pc:sldLayoutChg chg="add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67878366" sldId="2147483940"/>
            <pc:sldLayoutMk cId="68148041" sldId="2147483938"/>
          </pc:sldLayoutMkLst>
        </pc:sldLayoutChg>
        <pc:sldLayoutChg chg="add">
          <pc:chgData name="Toon Dergent" userId="9cfdfa7a-c8f0-4020-9307-91f8354f3f6b" providerId="ADAL" clId="{2A64CEAC-3320-4639-96BD-CFB820E957F9}" dt="2026-05-23T09:32:40.616" v="57" actId="26606"/>
          <pc:sldLayoutMkLst>
            <pc:docMk/>
            <pc:sldMasterMk cId="267878366" sldId="2147483940"/>
            <pc:sldLayoutMk cId="960313452" sldId="2147483939"/>
          </pc:sldLayoutMkLst>
        </pc:sldLayoutChg>
      </pc:sldMasterChg>
    </pc:docChg>
  </pc:docChgLst>
  <pc:docChgLst>
    <pc:chgData name="Mateusz Kidrycki" userId="993eac0b-f1a7-4f3e-b2fc-9a1ff1690ae6" providerId="ADAL" clId="{364F1E60-B8F0-4A10-B2AA-57FF089945F5}"/>
    <pc:docChg chg="undo custSel addSld modSld addMainMaster delMainMaster">
      <pc:chgData name="Mateusz Kidrycki" userId="993eac0b-f1a7-4f3e-b2fc-9a1ff1690ae6" providerId="ADAL" clId="{364F1E60-B8F0-4A10-B2AA-57FF089945F5}" dt="2026-05-24T15:42:38.506" v="2582" actId="20577"/>
      <pc:docMkLst>
        <pc:docMk/>
      </pc:docMkLst>
      <pc:sldChg chg="addSp delSp modSp mod setBg modClrScheme addAnim chgLayout modNotesTx">
        <pc:chgData name="Mateusz Kidrycki" userId="993eac0b-f1a7-4f3e-b2fc-9a1ff1690ae6" providerId="ADAL" clId="{364F1E60-B8F0-4A10-B2AA-57FF089945F5}" dt="2026-05-24T15:41:36.660" v="2488" actId="20577"/>
        <pc:sldMkLst>
          <pc:docMk/>
          <pc:sldMk cId="3939529770" sldId="256"/>
        </pc:sldMkLst>
        <pc:spChg chg="mod">
          <ac:chgData name="Mateusz Kidrycki" userId="993eac0b-f1a7-4f3e-b2fc-9a1ff1690ae6" providerId="ADAL" clId="{364F1E60-B8F0-4A10-B2AA-57FF089945F5}" dt="2026-05-20T10:37:49.932" v="21" actId="26606"/>
          <ac:spMkLst>
            <pc:docMk/>
            <pc:sldMk cId="3939529770" sldId="256"/>
            <ac:spMk id="2" creationId="{97B206B6-2BAC-6A10-83F3-9CCFF1958C8A}"/>
          </ac:spMkLst>
        </pc:spChg>
        <pc:spChg chg="mod">
          <ac:chgData name="Mateusz Kidrycki" userId="993eac0b-f1a7-4f3e-b2fc-9a1ff1690ae6" providerId="ADAL" clId="{364F1E60-B8F0-4A10-B2AA-57FF089945F5}" dt="2026-05-20T10:38:03.629" v="39" actId="20577"/>
          <ac:spMkLst>
            <pc:docMk/>
            <pc:sldMk cId="3939529770" sldId="256"/>
            <ac:spMk id="3" creationId="{D4194A17-D7EE-622D-E2B6-90A87A8A9E2B}"/>
          </ac:spMkLst>
        </pc:spChg>
      </pc:sldChg>
      <pc:sldChg chg="modSp mod modNotesTx">
        <pc:chgData name="Mateusz Kidrycki" userId="993eac0b-f1a7-4f3e-b2fc-9a1ff1690ae6" providerId="ADAL" clId="{364F1E60-B8F0-4A10-B2AA-57FF089945F5}" dt="2026-05-24T15:41:47.311" v="2499" actId="20577"/>
        <pc:sldMkLst>
          <pc:docMk/>
          <pc:sldMk cId="1005703551" sldId="257"/>
        </pc:sldMkLst>
        <pc:spChg chg="mod">
          <ac:chgData name="Mateusz Kidrycki" userId="993eac0b-f1a7-4f3e-b2fc-9a1ff1690ae6" providerId="ADAL" clId="{364F1E60-B8F0-4A10-B2AA-57FF089945F5}" dt="2026-05-24T14:43:28.951" v="2323" actId="20577"/>
          <ac:spMkLst>
            <pc:docMk/>
            <pc:sldMk cId="1005703551" sldId="257"/>
            <ac:spMk id="3" creationId="{E8A93EA8-52D5-3C00-C9B8-1A32234D242A}"/>
          </ac:spMkLst>
        </pc:spChg>
      </pc:sldChg>
      <pc:sldChg chg="modSp mod modNotesTx">
        <pc:chgData name="Mateusz Kidrycki" userId="993eac0b-f1a7-4f3e-b2fc-9a1ff1690ae6" providerId="ADAL" clId="{364F1E60-B8F0-4A10-B2AA-57FF089945F5}" dt="2026-05-24T15:41:51.171" v="2507" actId="20577"/>
        <pc:sldMkLst>
          <pc:docMk/>
          <pc:sldMk cId="3596442295" sldId="258"/>
        </pc:sldMkLst>
        <pc:graphicFrameChg chg="modGraphic">
          <ac:chgData name="Mateusz Kidrycki" userId="993eac0b-f1a7-4f3e-b2fc-9a1ff1690ae6" providerId="ADAL" clId="{364F1E60-B8F0-4A10-B2AA-57FF089945F5}" dt="2026-05-24T14:58:14.805" v="2411" actId="20577"/>
          <ac:graphicFrameMkLst>
            <pc:docMk/>
            <pc:sldMk cId="3596442295" sldId="258"/>
            <ac:graphicFrameMk id="47" creationId="{F9933345-E8FA-61BF-C1FA-001ABAA6863A}"/>
          </ac:graphicFrameMkLst>
        </pc:graphicFrameChg>
      </pc:sldChg>
      <pc:sldChg chg="modNotesTx">
        <pc:chgData name="Mateusz Kidrycki" userId="993eac0b-f1a7-4f3e-b2fc-9a1ff1690ae6" providerId="ADAL" clId="{364F1E60-B8F0-4A10-B2AA-57FF089945F5}" dt="2026-05-24T14:01:15.337" v="943" actId="20577"/>
        <pc:sldMkLst>
          <pc:docMk/>
          <pc:sldMk cId="3387905897" sldId="260"/>
        </pc:sldMkLst>
      </pc:sldChg>
      <pc:sldChg chg="modNotesTx">
        <pc:chgData name="Mateusz Kidrycki" userId="993eac0b-f1a7-4f3e-b2fc-9a1ff1690ae6" providerId="ADAL" clId="{364F1E60-B8F0-4A10-B2AA-57FF089945F5}" dt="2026-05-24T15:42:02.167" v="2521" actId="20577"/>
        <pc:sldMkLst>
          <pc:docMk/>
          <pc:sldMk cId="4113741001" sldId="261"/>
        </pc:sldMkLst>
      </pc:sldChg>
      <pc:sldChg chg="addSp delSp modSp mod modNotesTx">
        <pc:chgData name="Mateusz Kidrycki" userId="993eac0b-f1a7-4f3e-b2fc-9a1ff1690ae6" providerId="ADAL" clId="{364F1E60-B8F0-4A10-B2AA-57FF089945F5}" dt="2026-05-24T15:42:05.685" v="2526" actId="20577"/>
        <pc:sldMkLst>
          <pc:docMk/>
          <pc:sldMk cId="826225739" sldId="262"/>
        </pc:sldMkLst>
        <pc:spChg chg="mod">
          <ac:chgData name="Mateusz Kidrycki" userId="993eac0b-f1a7-4f3e-b2fc-9a1ff1690ae6" providerId="ADAL" clId="{364F1E60-B8F0-4A10-B2AA-57FF089945F5}" dt="2026-05-24T14:58:54.073" v="2412" actId="1076"/>
          <ac:spMkLst>
            <pc:docMk/>
            <pc:sldMk cId="826225739" sldId="262"/>
            <ac:spMk id="2" creationId="{2BC443BB-6250-4C15-4D5B-61C6A85EB343}"/>
          </ac:spMkLst>
        </pc:spChg>
        <pc:spChg chg="mod">
          <ac:chgData name="Mateusz Kidrycki" userId="993eac0b-f1a7-4f3e-b2fc-9a1ff1690ae6" providerId="ADAL" clId="{364F1E60-B8F0-4A10-B2AA-57FF089945F5}" dt="2026-05-24T13:23:42.661" v="42" actId="20577"/>
          <ac:spMkLst>
            <pc:docMk/>
            <pc:sldMk cId="826225739" sldId="262"/>
            <ac:spMk id="3" creationId="{47C2E338-B0C4-0BE1-30D3-BF664E4FE4E7}"/>
          </ac:spMkLst>
        </pc:spChg>
        <pc:spChg chg="del">
          <ac:chgData name="Mateusz Kidrycki" userId="993eac0b-f1a7-4f3e-b2fc-9a1ff1690ae6" providerId="ADAL" clId="{364F1E60-B8F0-4A10-B2AA-57FF089945F5}" dt="2026-05-24T14:07:07.282" v="1173" actId="26606"/>
          <ac:spMkLst>
            <pc:docMk/>
            <pc:sldMk cId="826225739" sldId="262"/>
            <ac:spMk id="28" creationId="{83C8019B-3985-409B-9B87-494B974EE9A2}"/>
          </ac:spMkLst>
        </pc:spChg>
        <pc:spChg chg="del">
          <ac:chgData name="Mateusz Kidrycki" userId="993eac0b-f1a7-4f3e-b2fc-9a1ff1690ae6" providerId="ADAL" clId="{364F1E60-B8F0-4A10-B2AA-57FF089945F5}" dt="2026-05-24T14:07:07.282" v="1173" actId="26606"/>
          <ac:spMkLst>
            <pc:docMk/>
            <pc:sldMk cId="826225739" sldId="262"/>
            <ac:spMk id="376" creationId="{5A0118C5-4F8D-4CF4-BADD-53FEACC6C42A}"/>
          </ac:spMkLst>
        </pc:spChg>
        <pc:spChg chg="del">
          <ac:chgData name="Mateusz Kidrycki" userId="993eac0b-f1a7-4f3e-b2fc-9a1ff1690ae6" providerId="ADAL" clId="{364F1E60-B8F0-4A10-B2AA-57FF089945F5}" dt="2026-05-24T14:07:07.282" v="1173" actId="26606"/>
          <ac:spMkLst>
            <pc:docMk/>
            <pc:sldMk cId="826225739" sldId="262"/>
            <ac:spMk id="377" creationId="{F98F79A4-A6C7-4101-B1E9-27E05CB7CFA0}"/>
          </ac:spMkLst>
        </pc:spChg>
        <pc:spChg chg="del">
          <ac:chgData name="Mateusz Kidrycki" userId="993eac0b-f1a7-4f3e-b2fc-9a1ff1690ae6" providerId="ADAL" clId="{364F1E60-B8F0-4A10-B2AA-57FF089945F5}" dt="2026-05-24T14:07:07.282" v="1173" actId="26606"/>
          <ac:spMkLst>
            <pc:docMk/>
            <pc:sldMk cId="826225739" sldId="262"/>
            <ac:spMk id="378" creationId="{79AFCB35-9C04-4524-A0B1-57FF6865D013}"/>
          </ac:spMkLst>
        </pc:spChg>
        <pc:spChg chg="del">
          <ac:chgData name="Mateusz Kidrycki" userId="993eac0b-f1a7-4f3e-b2fc-9a1ff1690ae6" providerId="ADAL" clId="{364F1E60-B8F0-4A10-B2AA-57FF089945F5}" dt="2026-05-24T14:07:07.282" v="1173" actId="26606"/>
          <ac:spMkLst>
            <pc:docMk/>
            <pc:sldMk cId="826225739" sldId="262"/>
            <ac:spMk id="379" creationId="{D11AD2AD-0BA0-4DD3-8EEA-84686A0E718C}"/>
          </ac:spMkLst>
        </pc:spChg>
        <pc:spChg chg="del">
          <ac:chgData name="Mateusz Kidrycki" userId="993eac0b-f1a7-4f3e-b2fc-9a1ff1690ae6" providerId="ADAL" clId="{364F1E60-B8F0-4A10-B2AA-57FF089945F5}" dt="2026-05-24T14:07:07.282" v="1173" actId="26606"/>
          <ac:spMkLst>
            <pc:docMk/>
            <pc:sldMk cId="826225739" sldId="262"/>
            <ac:spMk id="380" creationId="{9E5C5460-229E-46C8-A712-CC317985420F}"/>
          </ac:spMkLst>
        </pc:spChg>
        <pc:spChg chg="add">
          <ac:chgData name="Mateusz Kidrycki" userId="993eac0b-f1a7-4f3e-b2fc-9a1ff1690ae6" providerId="ADAL" clId="{364F1E60-B8F0-4A10-B2AA-57FF089945F5}" dt="2026-05-24T14:07:07.282" v="1173" actId="26606"/>
          <ac:spMkLst>
            <pc:docMk/>
            <pc:sldMk cId="826225739" sldId="262"/>
            <ac:spMk id="390" creationId="{5A0118C5-4F8D-4CF4-BADD-53FEACC6C42A}"/>
          </ac:spMkLst>
        </pc:spChg>
        <pc:spChg chg="add">
          <ac:chgData name="Mateusz Kidrycki" userId="993eac0b-f1a7-4f3e-b2fc-9a1ff1690ae6" providerId="ADAL" clId="{364F1E60-B8F0-4A10-B2AA-57FF089945F5}" dt="2026-05-24T14:07:07.282" v="1173" actId="26606"/>
          <ac:spMkLst>
            <pc:docMk/>
            <pc:sldMk cId="826225739" sldId="262"/>
            <ac:spMk id="394" creationId="{11C51958-04D4-4687-95A2-95DCDCF47464}"/>
          </ac:spMkLst>
        </pc:spChg>
        <pc:spChg chg="add">
          <ac:chgData name="Mateusz Kidrycki" userId="993eac0b-f1a7-4f3e-b2fc-9a1ff1690ae6" providerId="ADAL" clId="{364F1E60-B8F0-4A10-B2AA-57FF089945F5}" dt="2026-05-24T14:07:07.282" v="1173" actId="26606"/>
          <ac:spMkLst>
            <pc:docMk/>
            <pc:sldMk cId="826225739" sldId="262"/>
            <ac:spMk id="396" creationId="{79AFCB35-9C04-4524-A0B1-57FF6865D013}"/>
          </ac:spMkLst>
        </pc:spChg>
        <pc:spChg chg="add">
          <ac:chgData name="Mateusz Kidrycki" userId="993eac0b-f1a7-4f3e-b2fc-9a1ff1690ae6" providerId="ADAL" clId="{364F1E60-B8F0-4A10-B2AA-57FF089945F5}" dt="2026-05-24T14:07:07.282" v="1173" actId="26606"/>
          <ac:spMkLst>
            <pc:docMk/>
            <pc:sldMk cId="826225739" sldId="262"/>
            <ac:spMk id="398" creationId="{D11AD2AD-0BA0-4DD3-8EEA-84686A0E718C}"/>
          </ac:spMkLst>
        </pc:spChg>
      </pc:sldChg>
      <pc:sldChg chg="addSp delSp modSp mod setBg modNotesTx">
        <pc:chgData name="Mateusz Kidrycki" userId="993eac0b-f1a7-4f3e-b2fc-9a1ff1690ae6" providerId="ADAL" clId="{364F1E60-B8F0-4A10-B2AA-57FF089945F5}" dt="2026-05-24T15:42:23.015" v="2553" actId="20577"/>
        <pc:sldMkLst>
          <pc:docMk/>
          <pc:sldMk cId="4282312339" sldId="263"/>
        </pc:sldMkLst>
        <pc:spChg chg="mod">
          <ac:chgData name="Mateusz Kidrycki" userId="993eac0b-f1a7-4f3e-b2fc-9a1ff1690ae6" providerId="ADAL" clId="{364F1E60-B8F0-4A10-B2AA-57FF089945F5}" dt="2026-05-24T14:56:16.347" v="2388" actId="26606"/>
          <ac:spMkLst>
            <pc:docMk/>
            <pc:sldMk cId="4282312339" sldId="263"/>
            <ac:spMk id="2" creationId="{0A3DD2A7-EBDB-83F3-C693-DEA97232A081}"/>
          </ac:spMkLst>
        </pc:spChg>
        <pc:spChg chg="add del">
          <ac:chgData name="Mateusz Kidrycki" userId="993eac0b-f1a7-4f3e-b2fc-9a1ff1690ae6" providerId="ADAL" clId="{364F1E60-B8F0-4A10-B2AA-57FF089945F5}" dt="2026-05-24T13:26:34.487" v="45" actId="931"/>
          <ac:spMkLst>
            <pc:docMk/>
            <pc:sldMk cId="4282312339" sldId="263"/>
            <ac:spMk id="3" creationId="{37FE8346-B71A-F2C3-A6E7-EB2371530692}"/>
          </ac:spMkLst>
        </pc:spChg>
        <pc:spChg chg="add del mod">
          <ac:chgData name="Mateusz Kidrycki" userId="993eac0b-f1a7-4f3e-b2fc-9a1ff1690ae6" providerId="ADAL" clId="{364F1E60-B8F0-4A10-B2AA-57FF089945F5}" dt="2026-05-24T14:54:48.927" v="2373" actId="931"/>
          <ac:spMkLst>
            <pc:docMk/>
            <pc:sldMk cId="4282312339" sldId="263"/>
            <ac:spMk id="9" creationId="{FF15048C-81B3-A183-D959-29B09991FF7A}"/>
          </ac:spMkLst>
        </pc:spChg>
        <pc:spChg chg="add">
          <ac:chgData name="Mateusz Kidrycki" userId="993eac0b-f1a7-4f3e-b2fc-9a1ff1690ae6" providerId="ADAL" clId="{364F1E60-B8F0-4A10-B2AA-57FF089945F5}" dt="2026-05-24T13:27:26.008" v="57" actId="26606"/>
          <ac:spMkLst>
            <pc:docMk/>
            <pc:sldMk cId="4282312339" sldId="263"/>
            <ac:spMk id="19" creationId="{7D6BF779-0B8C-4CC2-9268-9506AD0C5331}"/>
          </ac:spMkLst>
        </pc:spChg>
        <pc:spChg chg="add">
          <ac:chgData name="Mateusz Kidrycki" userId="993eac0b-f1a7-4f3e-b2fc-9a1ff1690ae6" providerId="ADAL" clId="{364F1E60-B8F0-4A10-B2AA-57FF089945F5}" dt="2026-05-24T13:27:26.008" v="57" actId="26606"/>
          <ac:spMkLst>
            <pc:docMk/>
            <pc:sldMk cId="4282312339" sldId="263"/>
            <ac:spMk id="21" creationId="{51F77B6A-7F53-4B28-B73D-C8CC899AB221}"/>
          </ac:spMkLst>
        </pc:spChg>
        <pc:spChg chg="add del">
          <ac:chgData name="Mateusz Kidrycki" userId="993eac0b-f1a7-4f3e-b2fc-9a1ff1690ae6" providerId="ADAL" clId="{364F1E60-B8F0-4A10-B2AA-57FF089945F5}" dt="2026-05-24T14:56:16.347" v="2388" actId="26606"/>
          <ac:spMkLst>
            <pc:docMk/>
            <pc:sldMk cId="4282312339" sldId="263"/>
            <ac:spMk id="27" creationId="{F6E412EF-CF39-4C25-85B0-DB30B1B0A8C4}"/>
          </ac:spMkLst>
        </pc:spChg>
        <pc:spChg chg="add">
          <ac:chgData name="Mateusz Kidrycki" userId="993eac0b-f1a7-4f3e-b2fc-9a1ff1690ae6" providerId="ADAL" clId="{364F1E60-B8F0-4A10-B2AA-57FF089945F5}" dt="2026-05-24T13:27:26.008" v="57" actId="26606"/>
          <ac:spMkLst>
            <pc:docMk/>
            <pc:sldMk cId="4282312339" sldId="263"/>
            <ac:spMk id="29" creationId="{E8DA6235-17F2-4C9E-88C6-C5D38D8D3C03}"/>
          </ac:spMkLst>
        </pc:spChg>
        <pc:spChg chg="add del">
          <ac:chgData name="Mateusz Kidrycki" userId="993eac0b-f1a7-4f3e-b2fc-9a1ff1690ae6" providerId="ADAL" clId="{364F1E60-B8F0-4A10-B2AA-57FF089945F5}" dt="2026-05-24T14:56:16.347" v="2388" actId="26606"/>
          <ac:spMkLst>
            <pc:docMk/>
            <pc:sldMk cId="4282312339" sldId="263"/>
            <ac:spMk id="31" creationId="{B55DEF71-1741-4489-8E77-46FC5BAA66E2}"/>
          </ac:spMkLst>
        </pc:spChg>
        <pc:spChg chg="add del">
          <ac:chgData name="Mateusz Kidrycki" userId="993eac0b-f1a7-4f3e-b2fc-9a1ff1690ae6" providerId="ADAL" clId="{364F1E60-B8F0-4A10-B2AA-57FF089945F5}" dt="2026-05-24T14:56:16.347" v="2388" actId="26606"/>
          <ac:spMkLst>
            <pc:docMk/>
            <pc:sldMk cId="4282312339" sldId="263"/>
            <ac:spMk id="33" creationId="{82347B6D-A7CC-48EB-861F-917D0D61E3EA}"/>
          </ac:spMkLst>
        </pc:spChg>
        <pc:spChg chg="add del">
          <ac:chgData name="Mateusz Kidrycki" userId="993eac0b-f1a7-4f3e-b2fc-9a1ff1690ae6" providerId="ADAL" clId="{364F1E60-B8F0-4A10-B2AA-57FF089945F5}" dt="2026-05-24T14:56:16.347" v="2388" actId="26606"/>
          <ac:spMkLst>
            <pc:docMk/>
            <pc:sldMk cId="4282312339" sldId="263"/>
            <ac:spMk id="39" creationId="{A7A0A46D-CC9B-4E32-870A-7BC2DF940144}"/>
          </ac:spMkLst>
        </pc:spChg>
        <pc:spChg chg="add del">
          <ac:chgData name="Mateusz Kidrycki" userId="993eac0b-f1a7-4f3e-b2fc-9a1ff1690ae6" providerId="ADAL" clId="{364F1E60-B8F0-4A10-B2AA-57FF089945F5}" dt="2026-05-24T14:56:16.347" v="2388" actId="26606"/>
          <ac:spMkLst>
            <pc:docMk/>
            <pc:sldMk cId="4282312339" sldId="263"/>
            <ac:spMk id="41" creationId="{9178722E-1BD0-427E-BAAE-4F206DAB5818}"/>
          </ac:spMkLst>
        </pc:spChg>
        <pc:spChg chg="add del">
          <ac:chgData name="Mateusz Kidrycki" userId="993eac0b-f1a7-4f3e-b2fc-9a1ff1690ae6" providerId="ADAL" clId="{364F1E60-B8F0-4A10-B2AA-57FF089945F5}" dt="2026-05-24T14:56:16.347" v="2388" actId="26606"/>
          <ac:spMkLst>
            <pc:docMk/>
            <pc:sldMk cId="4282312339" sldId="263"/>
            <ac:spMk id="60" creationId="{7D6BF779-0B8C-4CC2-9268-9506AD0C5331}"/>
          </ac:spMkLst>
        </pc:spChg>
        <pc:spChg chg="add del">
          <ac:chgData name="Mateusz Kidrycki" userId="993eac0b-f1a7-4f3e-b2fc-9a1ff1690ae6" providerId="ADAL" clId="{364F1E60-B8F0-4A10-B2AA-57FF089945F5}" dt="2026-05-24T14:56:16.347" v="2388" actId="26606"/>
          <ac:spMkLst>
            <pc:docMk/>
            <pc:sldMk cId="4282312339" sldId="263"/>
            <ac:spMk id="62" creationId="{8B646C36-EEEC-4D52-8E8E-206F4CD8A3DA}"/>
          </ac:spMkLst>
        </pc:spChg>
        <pc:spChg chg="add del">
          <ac:chgData name="Mateusz Kidrycki" userId="993eac0b-f1a7-4f3e-b2fc-9a1ff1690ae6" providerId="ADAL" clId="{364F1E60-B8F0-4A10-B2AA-57FF089945F5}" dt="2026-05-24T14:56:16.347" v="2388" actId="26606"/>
          <ac:spMkLst>
            <pc:docMk/>
            <pc:sldMk cId="4282312339" sldId="263"/>
            <ac:spMk id="79" creationId="{EB8560A9-B281-46EB-A304-1E4A5A00D6A9}"/>
          </ac:spMkLst>
        </pc:spChg>
        <pc:spChg chg="add del">
          <ac:chgData name="Mateusz Kidrycki" userId="993eac0b-f1a7-4f3e-b2fc-9a1ff1690ae6" providerId="ADAL" clId="{364F1E60-B8F0-4A10-B2AA-57FF089945F5}" dt="2026-05-24T14:56:16.347" v="2388" actId="26606"/>
          <ac:spMkLst>
            <pc:docMk/>
            <pc:sldMk cId="4282312339" sldId="263"/>
            <ac:spMk id="83" creationId="{667882DD-56E8-460E-99D5-86E71982D5AB}"/>
          </ac:spMkLst>
        </pc:spChg>
        <pc:picChg chg="add del mod ord">
          <ac:chgData name="Mateusz Kidrycki" userId="993eac0b-f1a7-4f3e-b2fc-9a1ff1690ae6" providerId="ADAL" clId="{364F1E60-B8F0-4A10-B2AA-57FF089945F5}" dt="2026-05-24T13:25:49.005" v="44" actId="931"/>
          <ac:picMkLst>
            <pc:docMk/>
            <pc:sldMk cId="4282312339" sldId="263"/>
            <ac:picMk id="5" creationId="{1B748E3C-8201-36AE-AA35-958A3A3875D6}"/>
          </ac:picMkLst>
        </pc:picChg>
        <pc:picChg chg="add del mod ord modCrop">
          <ac:chgData name="Mateusz Kidrycki" userId="993eac0b-f1a7-4f3e-b2fc-9a1ff1690ae6" providerId="ADAL" clId="{364F1E60-B8F0-4A10-B2AA-57FF089945F5}" dt="2026-05-24T14:54:28.380" v="2372" actId="478"/>
          <ac:picMkLst>
            <pc:docMk/>
            <pc:sldMk cId="4282312339" sldId="263"/>
            <ac:picMk id="7" creationId="{072AC606-D8C6-D767-BCDA-2C0653824330}"/>
          </ac:picMkLst>
        </pc:picChg>
        <pc:picChg chg="add mod ord modCrop">
          <ac:chgData name="Mateusz Kidrycki" userId="993eac0b-f1a7-4f3e-b2fc-9a1ff1690ae6" providerId="ADAL" clId="{364F1E60-B8F0-4A10-B2AA-57FF089945F5}" dt="2026-05-24T14:56:01.277" v="2386" actId="1076"/>
          <ac:picMkLst>
            <pc:docMk/>
            <pc:sldMk cId="4282312339" sldId="263"/>
            <ac:picMk id="11" creationId="{B61A014C-50F8-21C1-9649-FF0911025E91}"/>
          </ac:picMkLst>
        </pc:picChg>
      </pc:sldChg>
      <pc:sldChg chg="modSp mod modNotesTx">
        <pc:chgData name="Mateusz Kidrycki" userId="993eac0b-f1a7-4f3e-b2fc-9a1ff1690ae6" providerId="ADAL" clId="{364F1E60-B8F0-4A10-B2AA-57FF089945F5}" dt="2026-05-24T15:41:58.535" v="2516" actId="20577"/>
        <pc:sldMkLst>
          <pc:docMk/>
          <pc:sldMk cId="38559643" sldId="264"/>
        </pc:sldMkLst>
        <pc:spChg chg="mod">
          <ac:chgData name="Mateusz Kidrycki" userId="993eac0b-f1a7-4f3e-b2fc-9a1ff1690ae6" providerId="ADAL" clId="{364F1E60-B8F0-4A10-B2AA-57FF089945F5}" dt="2026-05-24T14:03:12.254" v="951" actId="20577"/>
          <ac:spMkLst>
            <pc:docMk/>
            <pc:sldMk cId="38559643" sldId="264"/>
            <ac:spMk id="2" creationId="{81320170-D1AC-7C97-7040-329A9A47FD24}"/>
          </ac:spMkLst>
        </pc:spChg>
      </pc:sldChg>
      <pc:sldChg chg="modSp mod modNotesTx">
        <pc:chgData name="Mateusz Kidrycki" userId="993eac0b-f1a7-4f3e-b2fc-9a1ff1690ae6" providerId="ADAL" clId="{364F1E60-B8F0-4A10-B2AA-57FF089945F5}" dt="2026-05-24T15:42:29.308" v="2563" actId="20577"/>
        <pc:sldMkLst>
          <pc:docMk/>
          <pc:sldMk cId="841831210" sldId="265"/>
        </pc:sldMkLst>
        <pc:spChg chg="mod">
          <ac:chgData name="Mateusz Kidrycki" userId="993eac0b-f1a7-4f3e-b2fc-9a1ff1690ae6" providerId="ADAL" clId="{364F1E60-B8F0-4A10-B2AA-57FF089945F5}" dt="2026-05-24T13:54:40.512" v="587" actId="20577"/>
          <ac:spMkLst>
            <pc:docMk/>
            <pc:sldMk cId="841831210" sldId="265"/>
            <ac:spMk id="3" creationId="{693ADE9B-61D1-E911-8B69-312D6F8C69F3}"/>
          </ac:spMkLst>
        </pc:spChg>
      </pc:sldChg>
      <pc:sldChg chg="modNotesTx">
        <pc:chgData name="Mateusz Kidrycki" userId="993eac0b-f1a7-4f3e-b2fc-9a1ff1690ae6" providerId="ADAL" clId="{364F1E60-B8F0-4A10-B2AA-57FF089945F5}" dt="2026-05-24T15:42:35.556" v="2575" actId="20577"/>
        <pc:sldMkLst>
          <pc:docMk/>
          <pc:sldMk cId="1237547709" sldId="266"/>
        </pc:sldMkLst>
      </pc:sldChg>
      <pc:sldChg chg="modNotesTx">
        <pc:chgData name="Mateusz Kidrycki" userId="993eac0b-f1a7-4f3e-b2fc-9a1ff1690ae6" providerId="ADAL" clId="{364F1E60-B8F0-4A10-B2AA-57FF089945F5}" dt="2026-05-24T15:42:38.506" v="2582" actId="20577"/>
        <pc:sldMkLst>
          <pc:docMk/>
          <pc:sldMk cId="1021663838" sldId="267"/>
        </pc:sldMkLst>
      </pc:sldChg>
      <pc:sldChg chg="addSp delSp modSp new mod setBg modNotesTx">
        <pc:chgData name="Mateusz Kidrycki" userId="993eac0b-f1a7-4f3e-b2fc-9a1ff1690ae6" providerId="ADAL" clId="{364F1E60-B8F0-4A10-B2AA-57FF089945F5}" dt="2026-05-24T15:42:10.784" v="2531" actId="20577"/>
        <pc:sldMkLst>
          <pc:docMk/>
          <pc:sldMk cId="34585652" sldId="268"/>
        </pc:sldMkLst>
        <pc:spChg chg="mod">
          <ac:chgData name="Mateusz Kidrycki" userId="993eac0b-f1a7-4f3e-b2fc-9a1ff1690ae6" providerId="ADAL" clId="{364F1E60-B8F0-4A10-B2AA-57FF089945F5}" dt="2026-05-24T14:09:59.443" v="1426" actId="26606"/>
          <ac:spMkLst>
            <pc:docMk/>
            <pc:sldMk cId="34585652" sldId="268"/>
            <ac:spMk id="2" creationId="{85E0C778-5713-28E6-F9BB-F0E1123D400E}"/>
          </ac:spMkLst>
        </pc:spChg>
        <pc:spChg chg="del">
          <ac:chgData name="Mateusz Kidrycki" userId="993eac0b-f1a7-4f3e-b2fc-9a1ff1690ae6" providerId="ADAL" clId="{364F1E60-B8F0-4A10-B2AA-57FF089945F5}" dt="2026-05-24T14:07:37.859" v="1176" actId="26606"/>
          <ac:spMkLst>
            <pc:docMk/>
            <pc:sldMk cId="34585652" sldId="268"/>
            <ac:spMk id="3" creationId="{574DF64B-A57C-DC07-1FBB-D78D49A0A88F}"/>
          </ac:spMkLst>
        </pc:spChg>
        <pc:spChg chg="add mod">
          <ac:chgData name="Mateusz Kidrycki" userId="993eac0b-f1a7-4f3e-b2fc-9a1ff1690ae6" providerId="ADAL" clId="{364F1E60-B8F0-4A10-B2AA-57FF089945F5}" dt="2026-05-24T14:10:16.456" v="1434" actId="5793"/>
          <ac:spMkLst>
            <pc:docMk/>
            <pc:sldMk cId="34585652" sldId="268"/>
            <ac:spMk id="5" creationId="{54829EBB-60F8-91FB-4EF6-3C6BB803B4FE}"/>
          </ac:spMkLst>
        </pc:spChg>
        <pc:spChg chg="add del">
          <ac:chgData name="Mateusz Kidrycki" userId="993eac0b-f1a7-4f3e-b2fc-9a1ff1690ae6" providerId="ADAL" clId="{364F1E60-B8F0-4A10-B2AA-57FF089945F5}" dt="2026-05-24T14:09:59.443" v="1426" actId="26606"/>
          <ac:spMkLst>
            <pc:docMk/>
            <pc:sldMk cId="34585652" sldId="268"/>
            <ac:spMk id="16" creationId="{7D6BF779-0B8C-4CC2-9268-9506AD0C5331}"/>
          </ac:spMkLst>
        </pc:spChg>
        <pc:spChg chg="add del">
          <ac:chgData name="Mateusz Kidrycki" userId="993eac0b-f1a7-4f3e-b2fc-9a1ff1690ae6" providerId="ADAL" clId="{364F1E60-B8F0-4A10-B2AA-57FF089945F5}" dt="2026-05-24T14:09:59.443" v="1426" actId="26606"/>
          <ac:spMkLst>
            <pc:docMk/>
            <pc:sldMk cId="34585652" sldId="268"/>
            <ac:spMk id="18" creationId="{8B646C36-EEEC-4D52-8E8E-206F4CD8A3DA}"/>
          </ac:spMkLst>
        </pc:spChg>
        <pc:spChg chg="add del">
          <ac:chgData name="Mateusz Kidrycki" userId="993eac0b-f1a7-4f3e-b2fc-9a1ff1690ae6" providerId="ADAL" clId="{364F1E60-B8F0-4A10-B2AA-57FF089945F5}" dt="2026-05-24T14:09:59.443" v="1426" actId="26606"/>
          <ac:spMkLst>
            <pc:docMk/>
            <pc:sldMk cId="34585652" sldId="268"/>
            <ac:spMk id="24" creationId="{8258443E-B333-44F4-8D49-1EAB1C1A4613}"/>
          </ac:spMkLst>
        </pc:spChg>
        <pc:spChg chg="add del">
          <ac:chgData name="Mateusz Kidrycki" userId="993eac0b-f1a7-4f3e-b2fc-9a1ff1690ae6" providerId="ADAL" clId="{364F1E60-B8F0-4A10-B2AA-57FF089945F5}" dt="2026-05-24T14:09:59.443" v="1426" actId="26606"/>
          <ac:spMkLst>
            <pc:docMk/>
            <pc:sldMk cId="34585652" sldId="268"/>
            <ac:spMk id="33" creationId="{4FB204DF-284E-45F6-A017-79A4DF57BCCB}"/>
          </ac:spMkLst>
        </pc:spChg>
        <pc:spChg chg="add del">
          <ac:chgData name="Mateusz Kidrycki" userId="993eac0b-f1a7-4f3e-b2fc-9a1ff1690ae6" providerId="ADAL" clId="{364F1E60-B8F0-4A10-B2AA-57FF089945F5}" dt="2026-05-24T14:09:59.443" v="1426" actId="26606"/>
          <ac:spMkLst>
            <pc:docMk/>
            <pc:sldMk cId="34585652" sldId="268"/>
            <ac:spMk id="35" creationId="{EB8560A9-B281-46EB-A304-1E4A5A00D6A9}"/>
          </ac:spMkLst>
        </pc:spChg>
        <pc:spChg chg="add del">
          <ac:chgData name="Mateusz Kidrycki" userId="993eac0b-f1a7-4f3e-b2fc-9a1ff1690ae6" providerId="ADAL" clId="{364F1E60-B8F0-4A10-B2AA-57FF089945F5}" dt="2026-05-24T14:09:59.443" v="1426" actId="26606"/>
          <ac:spMkLst>
            <pc:docMk/>
            <pc:sldMk cId="34585652" sldId="268"/>
            <ac:spMk id="37" creationId="{4D1A5E71-B6B6-486A-8CDC-C7ABD9B903F6}"/>
          </ac:spMkLst>
        </pc:spChg>
        <pc:spChg chg="add del">
          <ac:chgData name="Mateusz Kidrycki" userId="993eac0b-f1a7-4f3e-b2fc-9a1ff1690ae6" providerId="ADAL" clId="{364F1E60-B8F0-4A10-B2AA-57FF089945F5}" dt="2026-05-24T14:09:59.443" v="1426" actId="26606"/>
          <ac:spMkLst>
            <pc:docMk/>
            <pc:sldMk cId="34585652" sldId="268"/>
            <ac:spMk id="39" creationId="{667882DD-56E8-460E-99D5-86E71982D5AB}"/>
          </ac:spMkLst>
        </pc:spChg>
        <pc:spChg chg="add">
          <ac:chgData name="Mateusz Kidrycki" userId="993eac0b-f1a7-4f3e-b2fc-9a1ff1690ae6" providerId="ADAL" clId="{364F1E60-B8F0-4A10-B2AA-57FF089945F5}" dt="2026-05-24T14:09:59.443" v="1426" actId="26606"/>
          <ac:spMkLst>
            <pc:docMk/>
            <pc:sldMk cId="34585652" sldId="268"/>
            <ac:spMk id="44" creationId="{5A0118C5-4F8D-4CF4-BADD-53FEACC6C42A}"/>
          </ac:spMkLst>
        </pc:spChg>
        <pc:picChg chg="add mod modCrop">
          <ac:chgData name="Mateusz Kidrycki" userId="993eac0b-f1a7-4f3e-b2fc-9a1ff1690ae6" providerId="ADAL" clId="{364F1E60-B8F0-4A10-B2AA-57FF089945F5}" dt="2026-05-24T14:07:37.859" v="1176" actId="26606"/>
          <ac:picMkLst>
            <pc:docMk/>
            <pc:sldMk cId="34585652" sldId="268"/>
            <ac:picMk id="4" creationId="{E0DDBC13-45F4-FCFD-7C11-4E5861B14E5E}"/>
          </ac:picMkLst>
        </pc:picChg>
      </pc:sldChg>
      <pc:sldChg chg="addSp delSp modSp new mod modNotesTx">
        <pc:chgData name="Mateusz Kidrycki" userId="993eac0b-f1a7-4f3e-b2fc-9a1ff1690ae6" providerId="ADAL" clId="{364F1E60-B8F0-4A10-B2AA-57FF089945F5}" dt="2026-05-24T15:42:14.850" v="2536" actId="20577"/>
        <pc:sldMkLst>
          <pc:docMk/>
          <pc:sldMk cId="913313259" sldId="269"/>
        </pc:sldMkLst>
        <pc:spChg chg="mod">
          <ac:chgData name="Mateusz Kidrycki" userId="993eac0b-f1a7-4f3e-b2fc-9a1ff1690ae6" providerId="ADAL" clId="{364F1E60-B8F0-4A10-B2AA-57FF089945F5}" dt="2026-05-24T14:09:26.124" v="1402" actId="20577"/>
          <ac:spMkLst>
            <pc:docMk/>
            <pc:sldMk cId="913313259" sldId="269"/>
            <ac:spMk id="2" creationId="{B56615AF-A1EC-E4EB-016D-F67D8F33EE9D}"/>
          </ac:spMkLst>
        </pc:spChg>
        <pc:spChg chg="del">
          <ac:chgData name="Mateusz Kidrycki" userId="993eac0b-f1a7-4f3e-b2fc-9a1ff1690ae6" providerId="ADAL" clId="{364F1E60-B8F0-4A10-B2AA-57FF089945F5}" dt="2026-05-24T14:13:29.468" v="1660" actId="931"/>
          <ac:spMkLst>
            <pc:docMk/>
            <pc:sldMk cId="913313259" sldId="269"/>
            <ac:spMk id="3" creationId="{287DD7BC-FDF2-3AC8-3F97-89A2DD556873}"/>
          </ac:spMkLst>
        </pc:spChg>
        <pc:spChg chg="add mod">
          <ac:chgData name="Mateusz Kidrycki" userId="993eac0b-f1a7-4f3e-b2fc-9a1ff1690ae6" providerId="ADAL" clId="{364F1E60-B8F0-4A10-B2AA-57FF089945F5}" dt="2026-05-24T14:17:42.622" v="1697" actId="14100"/>
          <ac:spMkLst>
            <pc:docMk/>
            <pc:sldMk cId="913313259" sldId="269"/>
            <ac:spMk id="11" creationId="{AD5308CC-9C00-01BA-27F6-E1595BD69106}"/>
          </ac:spMkLst>
        </pc:spChg>
        <pc:spChg chg="add mod">
          <ac:chgData name="Mateusz Kidrycki" userId="993eac0b-f1a7-4f3e-b2fc-9a1ff1690ae6" providerId="ADAL" clId="{364F1E60-B8F0-4A10-B2AA-57FF089945F5}" dt="2026-05-24T14:17:29.410" v="1693" actId="1076"/>
          <ac:spMkLst>
            <pc:docMk/>
            <pc:sldMk cId="913313259" sldId="269"/>
            <ac:spMk id="12" creationId="{73F2A551-9CA0-20D9-7E2A-E151405A7BED}"/>
          </ac:spMkLst>
        </pc:spChg>
        <pc:spChg chg="add mod">
          <ac:chgData name="Mateusz Kidrycki" userId="993eac0b-f1a7-4f3e-b2fc-9a1ff1690ae6" providerId="ADAL" clId="{364F1E60-B8F0-4A10-B2AA-57FF089945F5}" dt="2026-05-24T14:37:40.534" v="2202" actId="14100"/>
          <ac:spMkLst>
            <pc:docMk/>
            <pc:sldMk cId="913313259" sldId="269"/>
            <ac:spMk id="13" creationId="{CAE805C1-3569-9ED8-5361-74CA1FD2CF2B}"/>
          </ac:spMkLst>
        </pc:spChg>
        <pc:spChg chg="add mod">
          <ac:chgData name="Mateusz Kidrycki" userId="993eac0b-f1a7-4f3e-b2fc-9a1ff1690ae6" providerId="ADAL" clId="{364F1E60-B8F0-4A10-B2AA-57FF089945F5}" dt="2026-05-24T14:24:59.801" v="1905" actId="1076"/>
          <ac:spMkLst>
            <pc:docMk/>
            <pc:sldMk cId="913313259" sldId="269"/>
            <ac:spMk id="14" creationId="{9A64326A-CEE0-7996-1BD2-CE8287533478}"/>
          </ac:spMkLst>
        </pc:spChg>
        <pc:spChg chg="add del">
          <ac:chgData name="Mateusz Kidrycki" userId="993eac0b-f1a7-4f3e-b2fc-9a1ff1690ae6" providerId="ADAL" clId="{364F1E60-B8F0-4A10-B2AA-57FF089945F5}" dt="2026-05-24T14:24:55.363" v="1904" actId="478"/>
          <ac:spMkLst>
            <pc:docMk/>
            <pc:sldMk cId="913313259" sldId="269"/>
            <ac:spMk id="26" creationId="{8A9832BF-9D5F-58AF-319E-8A4A8B9AFE36}"/>
          </ac:spMkLst>
        </pc:spChg>
        <pc:spChg chg="add mod">
          <ac:chgData name="Mateusz Kidrycki" userId="993eac0b-f1a7-4f3e-b2fc-9a1ff1690ae6" providerId="ADAL" clId="{364F1E60-B8F0-4A10-B2AA-57FF089945F5}" dt="2026-05-24T14:26:22.852" v="1923" actId="207"/>
          <ac:spMkLst>
            <pc:docMk/>
            <pc:sldMk cId="913313259" sldId="269"/>
            <ac:spMk id="27" creationId="{4453FFD8-39F2-01E4-A0E1-B138C14A7D72}"/>
          </ac:spMkLst>
        </pc:spChg>
        <pc:spChg chg="add ord">
          <ac:chgData name="Mateusz Kidrycki" userId="993eac0b-f1a7-4f3e-b2fc-9a1ff1690ae6" providerId="ADAL" clId="{364F1E60-B8F0-4A10-B2AA-57FF089945F5}" dt="2026-05-24T14:38:07.057" v="2207" actId="171"/>
          <ac:spMkLst>
            <pc:docMk/>
            <pc:sldMk cId="913313259" sldId="269"/>
            <ac:spMk id="28" creationId="{ECBE2D07-CCA9-45F4-E248-87BC25E27FBC}"/>
          </ac:spMkLst>
        </pc:spChg>
        <pc:spChg chg="add mod ord">
          <ac:chgData name="Mateusz Kidrycki" userId="993eac0b-f1a7-4f3e-b2fc-9a1ff1690ae6" providerId="ADAL" clId="{364F1E60-B8F0-4A10-B2AA-57FF089945F5}" dt="2026-05-24T14:38:56.557" v="2217" actId="208"/>
          <ac:spMkLst>
            <pc:docMk/>
            <pc:sldMk cId="913313259" sldId="269"/>
            <ac:spMk id="29" creationId="{3A54EAF1-7544-2E1B-121F-1CF48E76E825}"/>
          </ac:spMkLst>
        </pc:spChg>
        <pc:picChg chg="add mod ord modCrop">
          <ac:chgData name="Mateusz Kidrycki" userId="993eac0b-f1a7-4f3e-b2fc-9a1ff1690ae6" providerId="ADAL" clId="{364F1E60-B8F0-4A10-B2AA-57FF089945F5}" dt="2026-05-24T14:15:47.449" v="1676" actId="14100"/>
          <ac:picMkLst>
            <pc:docMk/>
            <pc:sldMk cId="913313259" sldId="269"/>
            <ac:picMk id="5" creationId="{17AB67C5-830D-D3DF-D16D-A6D4C4CFA71A}"/>
          </ac:picMkLst>
        </pc:picChg>
        <pc:picChg chg="add mod modCrop">
          <ac:chgData name="Mateusz Kidrycki" userId="993eac0b-f1a7-4f3e-b2fc-9a1ff1690ae6" providerId="ADAL" clId="{364F1E60-B8F0-4A10-B2AA-57FF089945F5}" dt="2026-05-24T14:15:50.855" v="1677" actId="1076"/>
          <ac:picMkLst>
            <pc:docMk/>
            <pc:sldMk cId="913313259" sldId="269"/>
            <ac:picMk id="7" creationId="{D1498EDE-3216-879F-E11F-5FC0F61D3875}"/>
          </ac:picMkLst>
        </pc:picChg>
        <pc:inkChg chg="add del">
          <ac:chgData name="Mateusz Kidrycki" userId="993eac0b-f1a7-4f3e-b2fc-9a1ff1690ae6" providerId="ADAL" clId="{364F1E60-B8F0-4A10-B2AA-57FF089945F5}" dt="2026-05-24T14:21:16.603" v="1902" actId="9405"/>
          <ac:inkMkLst>
            <pc:docMk/>
            <pc:sldMk cId="913313259" sldId="269"/>
            <ac:inkMk id="25" creationId="{AA62F7C0-A355-0304-5F50-AE8F9D6A0908}"/>
          </ac:inkMkLst>
        </pc:inkChg>
        <pc:cxnChg chg="add del mod">
          <ac:chgData name="Mateusz Kidrycki" userId="993eac0b-f1a7-4f3e-b2fc-9a1ff1690ae6" providerId="ADAL" clId="{364F1E60-B8F0-4A10-B2AA-57FF089945F5}" dt="2026-05-24T14:16:50.838" v="1682" actId="478"/>
          <ac:cxnSpMkLst>
            <pc:docMk/>
            <pc:sldMk cId="913313259" sldId="269"/>
            <ac:cxnSpMk id="9" creationId="{1FFBEBF7-BFF2-068D-9182-47520099F881}"/>
          </ac:cxnSpMkLst>
        </pc:cxnChg>
        <pc:cxnChg chg="add del mod">
          <ac:chgData name="Mateusz Kidrycki" userId="993eac0b-f1a7-4f3e-b2fc-9a1ff1690ae6" providerId="ADAL" clId="{364F1E60-B8F0-4A10-B2AA-57FF089945F5}" dt="2026-05-24T14:20:34.662" v="1896" actId="478"/>
          <ac:cxnSpMkLst>
            <pc:docMk/>
            <pc:sldMk cId="913313259" sldId="269"/>
            <ac:cxnSpMk id="16" creationId="{3E01C58C-A9AD-6C2A-5E5B-BADD93E7B18A}"/>
          </ac:cxnSpMkLst>
        </pc:cxnChg>
        <pc:cxnChg chg="add del mod">
          <ac:chgData name="Mateusz Kidrycki" userId="993eac0b-f1a7-4f3e-b2fc-9a1ff1690ae6" providerId="ADAL" clId="{364F1E60-B8F0-4A10-B2AA-57FF089945F5}" dt="2026-05-24T14:20:52.405" v="1900" actId="478"/>
          <ac:cxnSpMkLst>
            <pc:docMk/>
            <pc:sldMk cId="913313259" sldId="269"/>
            <ac:cxnSpMk id="22" creationId="{08B296E9-E94A-F290-874F-1F75A57A6156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D6F833-2DF9-44F3-9AA3-C8F74016834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D975897-AB75-4059-8CE4-2EF12CBFA45E}">
      <dgm:prSet/>
      <dgm:spPr/>
      <dgm:t>
        <a:bodyPr/>
        <a:lstStyle/>
        <a:p>
          <a:r>
            <a:rPr lang="nl-BE" dirty="0"/>
            <a:t>ESP32S3</a:t>
          </a:r>
          <a:endParaRPr lang="en-US" dirty="0"/>
        </a:p>
      </dgm:t>
    </dgm:pt>
    <dgm:pt modelId="{CCF7BD2C-D1B1-4ABD-B887-1FB22B9FD701}" type="parTrans" cxnId="{FE476466-FFBF-4329-ACFA-5F831848351D}">
      <dgm:prSet/>
      <dgm:spPr/>
      <dgm:t>
        <a:bodyPr/>
        <a:lstStyle/>
        <a:p>
          <a:endParaRPr lang="en-US"/>
        </a:p>
      </dgm:t>
    </dgm:pt>
    <dgm:pt modelId="{5142DC6D-2A51-413F-8A1E-6BDA661DB3F2}" type="sibTrans" cxnId="{FE476466-FFBF-4329-ACFA-5F831848351D}">
      <dgm:prSet/>
      <dgm:spPr/>
      <dgm:t>
        <a:bodyPr/>
        <a:lstStyle/>
        <a:p>
          <a:endParaRPr lang="en-US"/>
        </a:p>
      </dgm:t>
    </dgm:pt>
    <dgm:pt modelId="{E4ED938A-92B7-4D7A-8E1B-975F5A0A7E65}">
      <dgm:prSet/>
      <dgm:spPr/>
      <dgm:t>
        <a:bodyPr/>
        <a:lstStyle/>
        <a:p>
          <a:r>
            <a:rPr lang="nl-BE"/>
            <a:t>128 Mbit Flash</a:t>
          </a:r>
          <a:endParaRPr lang="en-US"/>
        </a:p>
      </dgm:t>
    </dgm:pt>
    <dgm:pt modelId="{D3B382AF-A830-403B-8E8B-992E69D74EBF}" type="parTrans" cxnId="{0722368F-DCB0-496B-B0D1-866B444A855A}">
      <dgm:prSet/>
      <dgm:spPr/>
      <dgm:t>
        <a:bodyPr/>
        <a:lstStyle/>
        <a:p>
          <a:endParaRPr lang="en-US"/>
        </a:p>
      </dgm:t>
    </dgm:pt>
    <dgm:pt modelId="{72CD2500-8845-498E-9262-8A10CDAFE37C}" type="sibTrans" cxnId="{0722368F-DCB0-496B-B0D1-866B444A855A}">
      <dgm:prSet/>
      <dgm:spPr/>
      <dgm:t>
        <a:bodyPr/>
        <a:lstStyle/>
        <a:p>
          <a:endParaRPr lang="en-US"/>
        </a:p>
      </dgm:t>
    </dgm:pt>
    <dgm:pt modelId="{759C78FB-DA9D-46C7-9870-C724E15ECBA6}">
      <dgm:prSet/>
      <dgm:spPr/>
      <dgm:t>
        <a:bodyPr/>
        <a:lstStyle/>
        <a:p>
          <a:r>
            <a:rPr lang="nl-BE"/>
            <a:t>2,4 GHz Antenne</a:t>
          </a:r>
          <a:endParaRPr lang="en-US"/>
        </a:p>
      </dgm:t>
    </dgm:pt>
    <dgm:pt modelId="{009A8940-3E2A-4346-AC2F-BFC614C5BF8A}" type="parTrans" cxnId="{74944FAA-4BE8-4112-B907-738F5A332D3E}">
      <dgm:prSet/>
      <dgm:spPr/>
      <dgm:t>
        <a:bodyPr/>
        <a:lstStyle/>
        <a:p>
          <a:endParaRPr lang="en-US"/>
        </a:p>
      </dgm:t>
    </dgm:pt>
    <dgm:pt modelId="{15BCC723-BBD1-406D-BA88-8960E617B358}" type="sibTrans" cxnId="{74944FAA-4BE8-4112-B907-738F5A332D3E}">
      <dgm:prSet/>
      <dgm:spPr/>
      <dgm:t>
        <a:bodyPr/>
        <a:lstStyle/>
        <a:p>
          <a:endParaRPr lang="en-US"/>
        </a:p>
      </dgm:t>
    </dgm:pt>
    <dgm:pt modelId="{2AD70AD3-058C-4F5A-BC1A-133A7863B58D}">
      <dgm:prSet/>
      <dgm:spPr/>
      <dgm:t>
        <a:bodyPr/>
        <a:lstStyle/>
        <a:p>
          <a:r>
            <a:rPr lang="nl-BE"/>
            <a:t>40 MHz Crystal</a:t>
          </a:r>
          <a:endParaRPr lang="en-US"/>
        </a:p>
      </dgm:t>
    </dgm:pt>
    <dgm:pt modelId="{E21228D9-9971-4B6E-8A32-F13031667327}" type="parTrans" cxnId="{915390D2-F1D8-406E-B309-6D2954AFDA70}">
      <dgm:prSet/>
      <dgm:spPr/>
      <dgm:t>
        <a:bodyPr/>
        <a:lstStyle/>
        <a:p>
          <a:endParaRPr lang="en-US"/>
        </a:p>
      </dgm:t>
    </dgm:pt>
    <dgm:pt modelId="{82A90CD4-2CEC-4665-8DEA-22316EBE671B}" type="sibTrans" cxnId="{915390D2-F1D8-406E-B309-6D2954AFDA70}">
      <dgm:prSet/>
      <dgm:spPr/>
      <dgm:t>
        <a:bodyPr/>
        <a:lstStyle/>
        <a:p>
          <a:endParaRPr lang="en-US"/>
        </a:p>
      </dgm:t>
    </dgm:pt>
    <dgm:pt modelId="{8BC8448F-9A78-4614-8704-190C76C0E226}">
      <dgm:prSet/>
      <dgm:spPr/>
      <dgm:t>
        <a:bodyPr/>
        <a:lstStyle/>
        <a:p>
          <a:r>
            <a:rPr lang="nl-BE"/>
            <a:t>USB-C poort</a:t>
          </a:r>
          <a:endParaRPr lang="en-US"/>
        </a:p>
      </dgm:t>
    </dgm:pt>
    <dgm:pt modelId="{698E8E7E-936F-4C37-ACFD-7A577D45DB02}" type="parTrans" cxnId="{C6463D68-222C-4507-BA60-74046D5FAF87}">
      <dgm:prSet/>
      <dgm:spPr/>
      <dgm:t>
        <a:bodyPr/>
        <a:lstStyle/>
        <a:p>
          <a:endParaRPr lang="en-US"/>
        </a:p>
      </dgm:t>
    </dgm:pt>
    <dgm:pt modelId="{2F3D5AE8-1011-4432-8C83-C9872A0B52D2}" type="sibTrans" cxnId="{C6463D68-222C-4507-BA60-74046D5FAF87}">
      <dgm:prSet/>
      <dgm:spPr/>
      <dgm:t>
        <a:bodyPr/>
        <a:lstStyle/>
        <a:p>
          <a:endParaRPr lang="en-US"/>
        </a:p>
      </dgm:t>
    </dgm:pt>
    <dgm:pt modelId="{4AB7DAFE-C1C7-4AF8-A4C1-E4C35DE7B4E7}">
      <dgm:prSet/>
      <dgm:spPr/>
      <dgm:t>
        <a:bodyPr/>
        <a:lstStyle/>
        <a:p>
          <a:r>
            <a:rPr lang="nl-BE"/>
            <a:t>UART Bridge</a:t>
          </a:r>
          <a:endParaRPr lang="en-US"/>
        </a:p>
      </dgm:t>
    </dgm:pt>
    <dgm:pt modelId="{3CB11853-28D2-4C8D-9CDD-DC8869F8EDF9}" type="parTrans" cxnId="{87BD7309-E6E0-4013-92AC-FE4B7AA7C272}">
      <dgm:prSet/>
      <dgm:spPr/>
      <dgm:t>
        <a:bodyPr/>
        <a:lstStyle/>
        <a:p>
          <a:endParaRPr lang="en-US"/>
        </a:p>
      </dgm:t>
    </dgm:pt>
    <dgm:pt modelId="{0BAFF54B-5BA3-4BB2-A364-EBD77D100B86}" type="sibTrans" cxnId="{87BD7309-E6E0-4013-92AC-FE4B7AA7C272}">
      <dgm:prSet/>
      <dgm:spPr/>
      <dgm:t>
        <a:bodyPr/>
        <a:lstStyle/>
        <a:p>
          <a:endParaRPr lang="en-US"/>
        </a:p>
      </dgm:t>
    </dgm:pt>
    <dgm:pt modelId="{E6DE7F86-FCEE-4F42-BB34-DF3A9585DB91}">
      <dgm:prSet/>
      <dgm:spPr/>
      <dgm:t>
        <a:bodyPr/>
        <a:lstStyle/>
        <a:p>
          <a:r>
            <a:rPr lang="nl-BE" dirty="0"/>
            <a:t>Drukknoppen</a:t>
          </a:r>
          <a:endParaRPr lang="en-US" dirty="0"/>
        </a:p>
      </dgm:t>
    </dgm:pt>
    <dgm:pt modelId="{29A7E6AA-4C0C-43E6-A989-55F617747840}" type="parTrans" cxnId="{7CCD6960-7116-4258-91E5-5DB01BCB65BC}">
      <dgm:prSet/>
      <dgm:spPr/>
      <dgm:t>
        <a:bodyPr/>
        <a:lstStyle/>
        <a:p>
          <a:endParaRPr lang="en-US"/>
        </a:p>
      </dgm:t>
    </dgm:pt>
    <dgm:pt modelId="{05BD5F62-4B4D-4228-A21D-466C8D10813E}" type="sibTrans" cxnId="{7CCD6960-7116-4258-91E5-5DB01BCB65BC}">
      <dgm:prSet/>
      <dgm:spPr/>
      <dgm:t>
        <a:bodyPr/>
        <a:lstStyle/>
        <a:p>
          <a:endParaRPr lang="en-US"/>
        </a:p>
      </dgm:t>
    </dgm:pt>
    <dgm:pt modelId="{5DCA4D2D-EFE4-4DE0-9335-CA09C00DB383}">
      <dgm:prSet/>
      <dgm:spPr/>
      <dgm:t>
        <a:bodyPr/>
        <a:lstStyle/>
        <a:p>
          <a:r>
            <a:rPr lang="en-US"/>
            <a:t>Buck-Converter</a:t>
          </a:r>
          <a:endParaRPr lang="en-US" dirty="0"/>
        </a:p>
      </dgm:t>
    </dgm:pt>
    <dgm:pt modelId="{F33D2201-5F5A-457E-AA4A-81719BE261B3}" type="parTrans" cxnId="{DD91EEDA-D184-49B9-8454-07EC911A866F}">
      <dgm:prSet/>
      <dgm:spPr/>
      <dgm:t>
        <a:bodyPr/>
        <a:lstStyle/>
        <a:p>
          <a:endParaRPr lang="nl-BE"/>
        </a:p>
      </dgm:t>
    </dgm:pt>
    <dgm:pt modelId="{F23D0C11-EB4A-48EE-B0EB-EAC307CEA9E4}" type="sibTrans" cxnId="{DD91EEDA-D184-49B9-8454-07EC911A866F}">
      <dgm:prSet/>
      <dgm:spPr/>
      <dgm:t>
        <a:bodyPr/>
        <a:lstStyle/>
        <a:p>
          <a:endParaRPr lang="nl-BE"/>
        </a:p>
      </dgm:t>
    </dgm:pt>
    <dgm:pt modelId="{19EF62B4-68B8-4820-A2EE-BABD6B3D2884}" type="pres">
      <dgm:prSet presAssocID="{46D6F833-2DF9-44F3-9AA3-C8F740168348}" presName="diagram" presStyleCnt="0">
        <dgm:presLayoutVars>
          <dgm:dir/>
          <dgm:resizeHandles val="exact"/>
        </dgm:presLayoutVars>
      </dgm:prSet>
      <dgm:spPr/>
    </dgm:pt>
    <dgm:pt modelId="{3A3A7286-4327-43C4-821C-4E0788F4C73F}" type="pres">
      <dgm:prSet presAssocID="{6D975897-AB75-4059-8CE4-2EF12CBFA45E}" presName="node" presStyleLbl="node1" presStyleIdx="0" presStyleCnt="8">
        <dgm:presLayoutVars>
          <dgm:bulletEnabled val="1"/>
        </dgm:presLayoutVars>
      </dgm:prSet>
      <dgm:spPr/>
    </dgm:pt>
    <dgm:pt modelId="{3B964B1C-177A-4258-AEC9-6B8F0DAC831B}" type="pres">
      <dgm:prSet presAssocID="{5142DC6D-2A51-413F-8A1E-6BDA661DB3F2}" presName="sibTrans" presStyleCnt="0"/>
      <dgm:spPr/>
    </dgm:pt>
    <dgm:pt modelId="{3D94412F-EBB6-48C6-B8D1-8AEE3ABF1D1B}" type="pres">
      <dgm:prSet presAssocID="{E4ED938A-92B7-4D7A-8E1B-975F5A0A7E65}" presName="node" presStyleLbl="node1" presStyleIdx="1" presStyleCnt="8">
        <dgm:presLayoutVars>
          <dgm:bulletEnabled val="1"/>
        </dgm:presLayoutVars>
      </dgm:prSet>
      <dgm:spPr/>
    </dgm:pt>
    <dgm:pt modelId="{63AC220A-1482-4AAA-B6C2-6BA55A56900C}" type="pres">
      <dgm:prSet presAssocID="{72CD2500-8845-498E-9262-8A10CDAFE37C}" presName="sibTrans" presStyleCnt="0"/>
      <dgm:spPr/>
    </dgm:pt>
    <dgm:pt modelId="{2C96B58F-CE2A-4882-B16F-BDC1DF4AE70A}" type="pres">
      <dgm:prSet presAssocID="{759C78FB-DA9D-46C7-9870-C724E15ECBA6}" presName="node" presStyleLbl="node1" presStyleIdx="2" presStyleCnt="8">
        <dgm:presLayoutVars>
          <dgm:bulletEnabled val="1"/>
        </dgm:presLayoutVars>
      </dgm:prSet>
      <dgm:spPr/>
    </dgm:pt>
    <dgm:pt modelId="{53A17780-1D88-4FB8-8406-E2936F3D371D}" type="pres">
      <dgm:prSet presAssocID="{15BCC723-BBD1-406D-BA88-8960E617B358}" presName="sibTrans" presStyleCnt="0"/>
      <dgm:spPr/>
    </dgm:pt>
    <dgm:pt modelId="{0B773993-A51A-4B8A-B573-3C24BAF83820}" type="pres">
      <dgm:prSet presAssocID="{2AD70AD3-058C-4F5A-BC1A-133A7863B58D}" presName="node" presStyleLbl="node1" presStyleIdx="3" presStyleCnt="8">
        <dgm:presLayoutVars>
          <dgm:bulletEnabled val="1"/>
        </dgm:presLayoutVars>
      </dgm:prSet>
      <dgm:spPr/>
    </dgm:pt>
    <dgm:pt modelId="{EDE7E7B4-E0B5-428E-8118-057E5C761F7B}" type="pres">
      <dgm:prSet presAssocID="{82A90CD4-2CEC-4665-8DEA-22316EBE671B}" presName="sibTrans" presStyleCnt="0"/>
      <dgm:spPr/>
    </dgm:pt>
    <dgm:pt modelId="{D9A9E980-70FA-4168-A2B9-A8076AA2DBFF}" type="pres">
      <dgm:prSet presAssocID="{8BC8448F-9A78-4614-8704-190C76C0E226}" presName="node" presStyleLbl="node1" presStyleIdx="4" presStyleCnt="8">
        <dgm:presLayoutVars>
          <dgm:bulletEnabled val="1"/>
        </dgm:presLayoutVars>
      </dgm:prSet>
      <dgm:spPr/>
    </dgm:pt>
    <dgm:pt modelId="{7B7981D2-A26B-4A4D-A0A5-1FDFFC5104AF}" type="pres">
      <dgm:prSet presAssocID="{2F3D5AE8-1011-4432-8C83-C9872A0B52D2}" presName="sibTrans" presStyleCnt="0"/>
      <dgm:spPr/>
    </dgm:pt>
    <dgm:pt modelId="{6D37BED0-603D-44C7-85D5-65D1CFAB41F6}" type="pres">
      <dgm:prSet presAssocID="{4AB7DAFE-C1C7-4AF8-A4C1-E4C35DE7B4E7}" presName="node" presStyleLbl="node1" presStyleIdx="5" presStyleCnt="8">
        <dgm:presLayoutVars>
          <dgm:bulletEnabled val="1"/>
        </dgm:presLayoutVars>
      </dgm:prSet>
      <dgm:spPr/>
    </dgm:pt>
    <dgm:pt modelId="{8460C7F0-4B73-4E72-8E49-E1B1FA62DE45}" type="pres">
      <dgm:prSet presAssocID="{0BAFF54B-5BA3-4BB2-A364-EBD77D100B86}" presName="sibTrans" presStyleCnt="0"/>
      <dgm:spPr/>
    </dgm:pt>
    <dgm:pt modelId="{C90DC713-2ABB-42D3-B635-83E064D065D8}" type="pres">
      <dgm:prSet presAssocID="{E6DE7F86-FCEE-4F42-BB34-DF3A9585DB91}" presName="node" presStyleLbl="node1" presStyleIdx="6" presStyleCnt="8">
        <dgm:presLayoutVars>
          <dgm:bulletEnabled val="1"/>
        </dgm:presLayoutVars>
      </dgm:prSet>
      <dgm:spPr/>
    </dgm:pt>
    <dgm:pt modelId="{33A39863-B9BB-4C91-8A1D-42EE8224AD4A}" type="pres">
      <dgm:prSet presAssocID="{05BD5F62-4B4D-4228-A21D-466C8D10813E}" presName="sibTrans" presStyleCnt="0"/>
      <dgm:spPr/>
    </dgm:pt>
    <dgm:pt modelId="{E1863B17-C739-4173-BFAC-78775D06A16F}" type="pres">
      <dgm:prSet presAssocID="{5DCA4D2D-EFE4-4DE0-9335-CA09C00DB383}" presName="node" presStyleLbl="node1" presStyleIdx="7" presStyleCnt="8">
        <dgm:presLayoutVars>
          <dgm:bulletEnabled val="1"/>
        </dgm:presLayoutVars>
      </dgm:prSet>
      <dgm:spPr/>
    </dgm:pt>
  </dgm:ptLst>
  <dgm:cxnLst>
    <dgm:cxn modelId="{EAA79D02-2D24-45F6-AF89-75E4708CA154}" type="presOf" srcId="{8BC8448F-9A78-4614-8704-190C76C0E226}" destId="{D9A9E980-70FA-4168-A2B9-A8076AA2DBFF}" srcOrd="0" destOrd="0" presId="urn:microsoft.com/office/officeart/2005/8/layout/default"/>
    <dgm:cxn modelId="{87BD7309-E6E0-4013-92AC-FE4B7AA7C272}" srcId="{46D6F833-2DF9-44F3-9AA3-C8F740168348}" destId="{4AB7DAFE-C1C7-4AF8-A4C1-E4C35DE7B4E7}" srcOrd="5" destOrd="0" parTransId="{3CB11853-28D2-4C8D-9CDD-DC8869F8EDF9}" sibTransId="{0BAFF54B-5BA3-4BB2-A364-EBD77D100B86}"/>
    <dgm:cxn modelId="{A57F5B1D-59D9-4411-9EFD-DC0E1F38B9C6}" type="presOf" srcId="{759C78FB-DA9D-46C7-9870-C724E15ECBA6}" destId="{2C96B58F-CE2A-4882-B16F-BDC1DF4AE70A}" srcOrd="0" destOrd="0" presId="urn:microsoft.com/office/officeart/2005/8/layout/default"/>
    <dgm:cxn modelId="{39FEF027-1E2F-41BB-B026-A8119663C7F8}" type="presOf" srcId="{E4ED938A-92B7-4D7A-8E1B-975F5A0A7E65}" destId="{3D94412F-EBB6-48C6-B8D1-8AEE3ABF1D1B}" srcOrd="0" destOrd="0" presId="urn:microsoft.com/office/officeart/2005/8/layout/default"/>
    <dgm:cxn modelId="{D7CFFA27-0F01-4D5C-823F-2DE888540D84}" type="presOf" srcId="{2AD70AD3-058C-4F5A-BC1A-133A7863B58D}" destId="{0B773993-A51A-4B8A-B573-3C24BAF83820}" srcOrd="0" destOrd="0" presId="urn:microsoft.com/office/officeart/2005/8/layout/default"/>
    <dgm:cxn modelId="{7CCD6960-7116-4258-91E5-5DB01BCB65BC}" srcId="{46D6F833-2DF9-44F3-9AA3-C8F740168348}" destId="{E6DE7F86-FCEE-4F42-BB34-DF3A9585DB91}" srcOrd="6" destOrd="0" parTransId="{29A7E6AA-4C0C-43E6-A989-55F617747840}" sibTransId="{05BD5F62-4B4D-4228-A21D-466C8D10813E}"/>
    <dgm:cxn modelId="{FE476466-FFBF-4329-ACFA-5F831848351D}" srcId="{46D6F833-2DF9-44F3-9AA3-C8F740168348}" destId="{6D975897-AB75-4059-8CE4-2EF12CBFA45E}" srcOrd="0" destOrd="0" parTransId="{CCF7BD2C-D1B1-4ABD-B887-1FB22B9FD701}" sibTransId="{5142DC6D-2A51-413F-8A1E-6BDA661DB3F2}"/>
    <dgm:cxn modelId="{B9D86846-6FD5-471D-9B14-1ACA9E42F750}" type="presOf" srcId="{6D975897-AB75-4059-8CE4-2EF12CBFA45E}" destId="{3A3A7286-4327-43C4-821C-4E0788F4C73F}" srcOrd="0" destOrd="0" presId="urn:microsoft.com/office/officeart/2005/8/layout/default"/>
    <dgm:cxn modelId="{C6463D68-222C-4507-BA60-74046D5FAF87}" srcId="{46D6F833-2DF9-44F3-9AA3-C8F740168348}" destId="{8BC8448F-9A78-4614-8704-190C76C0E226}" srcOrd="4" destOrd="0" parTransId="{698E8E7E-936F-4C37-ACFD-7A577D45DB02}" sibTransId="{2F3D5AE8-1011-4432-8C83-C9872A0B52D2}"/>
    <dgm:cxn modelId="{3B9D9251-6517-44EA-8542-CB7F9F7FD107}" type="presOf" srcId="{46D6F833-2DF9-44F3-9AA3-C8F740168348}" destId="{19EF62B4-68B8-4820-A2EE-BABD6B3D2884}" srcOrd="0" destOrd="0" presId="urn:microsoft.com/office/officeart/2005/8/layout/default"/>
    <dgm:cxn modelId="{5A6E3379-FD11-4F0E-B6C9-AFB26D1C5D97}" type="presOf" srcId="{E6DE7F86-FCEE-4F42-BB34-DF3A9585DB91}" destId="{C90DC713-2ABB-42D3-B635-83E064D065D8}" srcOrd="0" destOrd="0" presId="urn:microsoft.com/office/officeart/2005/8/layout/default"/>
    <dgm:cxn modelId="{0722368F-DCB0-496B-B0D1-866B444A855A}" srcId="{46D6F833-2DF9-44F3-9AA3-C8F740168348}" destId="{E4ED938A-92B7-4D7A-8E1B-975F5A0A7E65}" srcOrd="1" destOrd="0" parTransId="{D3B382AF-A830-403B-8E8B-992E69D74EBF}" sibTransId="{72CD2500-8845-498E-9262-8A10CDAFE37C}"/>
    <dgm:cxn modelId="{1B974B9F-3A59-4E6C-8679-E8ADEA5530CA}" type="presOf" srcId="{4AB7DAFE-C1C7-4AF8-A4C1-E4C35DE7B4E7}" destId="{6D37BED0-603D-44C7-85D5-65D1CFAB41F6}" srcOrd="0" destOrd="0" presId="urn:microsoft.com/office/officeart/2005/8/layout/default"/>
    <dgm:cxn modelId="{74944FAA-4BE8-4112-B907-738F5A332D3E}" srcId="{46D6F833-2DF9-44F3-9AA3-C8F740168348}" destId="{759C78FB-DA9D-46C7-9870-C724E15ECBA6}" srcOrd="2" destOrd="0" parTransId="{009A8940-3E2A-4346-AC2F-BFC614C5BF8A}" sibTransId="{15BCC723-BBD1-406D-BA88-8960E617B358}"/>
    <dgm:cxn modelId="{2F4F02CD-D2E5-4279-9B16-EAE969BF2C80}" type="presOf" srcId="{5DCA4D2D-EFE4-4DE0-9335-CA09C00DB383}" destId="{E1863B17-C739-4173-BFAC-78775D06A16F}" srcOrd="0" destOrd="0" presId="urn:microsoft.com/office/officeart/2005/8/layout/default"/>
    <dgm:cxn modelId="{915390D2-F1D8-406E-B309-6D2954AFDA70}" srcId="{46D6F833-2DF9-44F3-9AA3-C8F740168348}" destId="{2AD70AD3-058C-4F5A-BC1A-133A7863B58D}" srcOrd="3" destOrd="0" parTransId="{E21228D9-9971-4B6E-8A32-F13031667327}" sibTransId="{82A90CD4-2CEC-4665-8DEA-22316EBE671B}"/>
    <dgm:cxn modelId="{DD91EEDA-D184-49B9-8454-07EC911A866F}" srcId="{46D6F833-2DF9-44F3-9AA3-C8F740168348}" destId="{5DCA4D2D-EFE4-4DE0-9335-CA09C00DB383}" srcOrd="7" destOrd="0" parTransId="{F33D2201-5F5A-457E-AA4A-81719BE261B3}" sibTransId="{F23D0C11-EB4A-48EE-B0EB-EAC307CEA9E4}"/>
    <dgm:cxn modelId="{06E48B16-2D8B-48DF-95FF-E33632E5104F}" type="presParOf" srcId="{19EF62B4-68B8-4820-A2EE-BABD6B3D2884}" destId="{3A3A7286-4327-43C4-821C-4E0788F4C73F}" srcOrd="0" destOrd="0" presId="urn:microsoft.com/office/officeart/2005/8/layout/default"/>
    <dgm:cxn modelId="{53F9B557-9489-4E1F-B160-B26C549FFDDA}" type="presParOf" srcId="{19EF62B4-68B8-4820-A2EE-BABD6B3D2884}" destId="{3B964B1C-177A-4258-AEC9-6B8F0DAC831B}" srcOrd="1" destOrd="0" presId="urn:microsoft.com/office/officeart/2005/8/layout/default"/>
    <dgm:cxn modelId="{F766DFFF-7514-4493-876B-8E92F32C6162}" type="presParOf" srcId="{19EF62B4-68B8-4820-A2EE-BABD6B3D2884}" destId="{3D94412F-EBB6-48C6-B8D1-8AEE3ABF1D1B}" srcOrd="2" destOrd="0" presId="urn:microsoft.com/office/officeart/2005/8/layout/default"/>
    <dgm:cxn modelId="{CEBFED3A-2FF6-4C24-8B33-371239F160DC}" type="presParOf" srcId="{19EF62B4-68B8-4820-A2EE-BABD6B3D2884}" destId="{63AC220A-1482-4AAA-B6C2-6BA55A56900C}" srcOrd="3" destOrd="0" presId="urn:microsoft.com/office/officeart/2005/8/layout/default"/>
    <dgm:cxn modelId="{6D22A451-49F6-44F7-B5EB-DFDD2023CCA5}" type="presParOf" srcId="{19EF62B4-68B8-4820-A2EE-BABD6B3D2884}" destId="{2C96B58F-CE2A-4882-B16F-BDC1DF4AE70A}" srcOrd="4" destOrd="0" presId="urn:microsoft.com/office/officeart/2005/8/layout/default"/>
    <dgm:cxn modelId="{347A320E-A472-4734-87E1-373A34898F4D}" type="presParOf" srcId="{19EF62B4-68B8-4820-A2EE-BABD6B3D2884}" destId="{53A17780-1D88-4FB8-8406-E2936F3D371D}" srcOrd="5" destOrd="0" presId="urn:microsoft.com/office/officeart/2005/8/layout/default"/>
    <dgm:cxn modelId="{5A6B102A-53B5-454A-BFEA-35DEE7176E40}" type="presParOf" srcId="{19EF62B4-68B8-4820-A2EE-BABD6B3D2884}" destId="{0B773993-A51A-4B8A-B573-3C24BAF83820}" srcOrd="6" destOrd="0" presId="urn:microsoft.com/office/officeart/2005/8/layout/default"/>
    <dgm:cxn modelId="{43AC8D66-6D22-43A6-A0BF-4CE825EC44A5}" type="presParOf" srcId="{19EF62B4-68B8-4820-A2EE-BABD6B3D2884}" destId="{EDE7E7B4-E0B5-428E-8118-057E5C761F7B}" srcOrd="7" destOrd="0" presId="urn:microsoft.com/office/officeart/2005/8/layout/default"/>
    <dgm:cxn modelId="{E776BA79-803C-4E94-88A7-1E5EC3513EB6}" type="presParOf" srcId="{19EF62B4-68B8-4820-A2EE-BABD6B3D2884}" destId="{D9A9E980-70FA-4168-A2B9-A8076AA2DBFF}" srcOrd="8" destOrd="0" presId="urn:microsoft.com/office/officeart/2005/8/layout/default"/>
    <dgm:cxn modelId="{B4B24315-B19A-4EE3-9378-1D2ACC8DDB03}" type="presParOf" srcId="{19EF62B4-68B8-4820-A2EE-BABD6B3D2884}" destId="{7B7981D2-A26B-4A4D-A0A5-1FDFFC5104AF}" srcOrd="9" destOrd="0" presId="urn:microsoft.com/office/officeart/2005/8/layout/default"/>
    <dgm:cxn modelId="{0F535129-FF4D-48E0-BE5C-C5156F4F279E}" type="presParOf" srcId="{19EF62B4-68B8-4820-A2EE-BABD6B3D2884}" destId="{6D37BED0-603D-44C7-85D5-65D1CFAB41F6}" srcOrd="10" destOrd="0" presId="urn:microsoft.com/office/officeart/2005/8/layout/default"/>
    <dgm:cxn modelId="{73E790BF-C915-4E03-B873-B53924047F20}" type="presParOf" srcId="{19EF62B4-68B8-4820-A2EE-BABD6B3D2884}" destId="{8460C7F0-4B73-4E72-8E49-E1B1FA62DE45}" srcOrd="11" destOrd="0" presId="urn:microsoft.com/office/officeart/2005/8/layout/default"/>
    <dgm:cxn modelId="{580AE4E9-6A94-4E9A-9139-42527BB8BBD2}" type="presParOf" srcId="{19EF62B4-68B8-4820-A2EE-BABD6B3D2884}" destId="{C90DC713-2ABB-42D3-B635-83E064D065D8}" srcOrd="12" destOrd="0" presId="urn:microsoft.com/office/officeart/2005/8/layout/default"/>
    <dgm:cxn modelId="{2DF7EBBA-5C34-45A9-B39B-FF6E6EDA4938}" type="presParOf" srcId="{19EF62B4-68B8-4820-A2EE-BABD6B3D2884}" destId="{33A39863-B9BB-4C91-8A1D-42EE8224AD4A}" srcOrd="13" destOrd="0" presId="urn:microsoft.com/office/officeart/2005/8/layout/default"/>
    <dgm:cxn modelId="{4556102B-19B2-469F-A1CC-7F611EFCE0DB}" type="presParOf" srcId="{19EF62B4-68B8-4820-A2EE-BABD6B3D2884}" destId="{E1863B17-C739-4173-BFAC-78775D06A16F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3A7286-4327-43C4-821C-4E0788F4C73F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3000" kern="1200" dirty="0"/>
            <a:t>ESP32S3</a:t>
          </a:r>
          <a:endParaRPr lang="en-US" sz="3000" kern="1200" dirty="0"/>
        </a:p>
      </dsp:txBody>
      <dsp:txXfrm>
        <a:off x="3080" y="587032"/>
        <a:ext cx="2444055" cy="1466433"/>
      </dsp:txXfrm>
    </dsp:sp>
    <dsp:sp modelId="{3D94412F-EBB6-48C6-B8D1-8AEE3ABF1D1B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3000" kern="1200"/>
            <a:t>128 Mbit Flash</a:t>
          </a:r>
          <a:endParaRPr lang="en-US" sz="3000" kern="1200"/>
        </a:p>
      </dsp:txBody>
      <dsp:txXfrm>
        <a:off x="2691541" y="587032"/>
        <a:ext cx="2444055" cy="1466433"/>
      </dsp:txXfrm>
    </dsp:sp>
    <dsp:sp modelId="{2C96B58F-CE2A-4882-B16F-BDC1DF4AE70A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3000" kern="1200"/>
            <a:t>2,4 GHz Antenne</a:t>
          </a:r>
          <a:endParaRPr lang="en-US" sz="3000" kern="1200"/>
        </a:p>
      </dsp:txBody>
      <dsp:txXfrm>
        <a:off x="5380002" y="587032"/>
        <a:ext cx="2444055" cy="1466433"/>
      </dsp:txXfrm>
    </dsp:sp>
    <dsp:sp modelId="{0B773993-A51A-4B8A-B573-3C24BAF83820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3000" kern="1200"/>
            <a:t>40 MHz Crystal</a:t>
          </a:r>
          <a:endParaRPr lang="en-US" sz="3000" kern="1200"/>
        </a:p>
      </dsp:txBody>
      <dsp:txXfrm>
        <a:off x="8068463" y="587032"/>
        <a:ext cx="2444055" cy="1466433"/>
      </dsp:txXfrm>
    </dsp:sp>
    <dsp:sp modelId="{D9A9E980-70FA-4168-A2B9-A8076AA2DBFF}">
      <dsp:nvSpPr>
        <dsp:cNvPr id="0" name=""/>
        <dsp:cNvSpPr/>
      </dsp:nvSpPr>
      <dsp:spPr>
        <a:xfrm>
          <a:off x="3080" y="2297871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3000" kern="1200"/>
            <a:t>USB-C poort</a:t>
          </a:r>
          <a:endParaRPr lang="en-US" sz="3000" kern="1200"/>
        </a:p>
      </dsp:txBody>
      <dsp:txXfrm>
        <a:off x="3080" y="2297871"/>
        <a:ext cx="2444055" cy="1466433"/>
      </dsp:txXfrm>
    </dsp:sp>
    <dsp:sp modelId="{6D37BED0-603D-44C7-85D5-65D1CFAB41F6}">
      <dsp:nvSpPr>
        <dsp:cNvPr id="0" name=""/>
        <dsp:cNvSpPr/>
      </dsp:nvSpPr>
      <dsp:spPr>
        <a:xfrm>
          <a:off x="2691541" y="2297871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3000" kern="1200"/>
            <a:t>UART Bridge</a:t>
          </a:r>
          <a:endParaRPr lang="en-US" sz="3000" kern="1200"/>
        </a:p>
      </dsp:txBody>
      <dsp:txXfrm>
        <a:off x="2691541" y="2297871"/>
        <a:ext cx="2444055" cy="1466433"/>
      </dsp:txXfrm>
    </dsp:sp>
    <dsp:sp modelId="{C90DC713-2ABB-42D3-B635-83E064D065D8}">
      <dsp:nvSpPr>
        <dsp:cNvPr id="0" name=""/>
        <dsp:cNvSpPr/>
      </dsp:nvSpPr>
      <dsp:spPr>
        <a:xfrm>
          <a:off x="5380002" y="2297871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BE" sz="3000" kern="1200" dirty="0"/>
            <a:t>Drukknoppen</a:t>
          </a:r>
          <a:endParaRPr lang="en-US" sz="3000" kern="1200" dirty="0"/>
        </a:p>
      </dsp:txBody>
      <dsp:txXfrm>
        <a:off x="5380002" y="2297871"/>
        <a:ext cx="2444055" cy="1466433"/>
      </dsp:txXfrm>
    </dsp:sp>
    <dsp:sp modelId="{E1863B17-C739-4173-BFAC-78775D06A16F}">
      <dsp:nvSpPr>
        <dsp:cNvPr id="0" name=""/>
        <dsp:cNvSpPr/>
      </dsp:nvSpPr>
      <dsp:spPr>
        <a:xfrm>
          <a:off x="8068463" y="2297871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Buck-Converter</a:t>
          </a:r>
          <a:endParaRPr lang="en-US" sz="3000" kern="1200" dirty="0"/>
        </a:p>
      </dsp:txBody>
      <dsp:txXfrm>
        <a:off x="8068463" y="2297871"/>
        <a:ext cx="2444055" cy="146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24545-7C89-44D3-9D52-580220828D6A}" type="datetimeFigureOut">
              <a:rPr lang="en-BE" smtClean="0"/>
              <a:t>05/24/2026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AD3C6-039F-4974-97D9-893B36E62B3D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2057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Introductie en zich voorstellen.</a:t>
            </a:r>
          </a:p>
          <a:p>
            <a:r>
              <a:rPr lang="nl-NL" dirty="0"/>
              <a:t>Mateusz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AD3C6-039F-4974-97D9-893B36E62B3D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3366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Uitleggen project en waarom.</a:t>
            </a:r>
          </a:p>
          <a:p>
            <a:r>
              <a:rPr lang="nl-NL" dirty="0"/>
              <a:t>Toon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AD3C6-039F-4974-97D9-893B36E62B3D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13355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Opsomming van componenten en zeggen waarom. Waarom extern flash?</a:t>
            </a:r>
          </a:p>
          <a:p>
            <a:r>
              <a:rPr lang="nl-NL" dirty="0"/>
              <a:t>Mateusz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AD3C6-039F-4974-97D9-893B36E62B3D}" type="slidenum">
              <a:rPr lang="en-BE" smtClean="0"/>
              <a:t>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4628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Samenstelling uitleggen. Welke functie de componenten hebben.</a:t>
            </a:r>
          </a:p>
          <a:p>
            <a:r>
              <a:rPr lang="nl-NL" dirty="0"/>
              <a:t>Toon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AD3C6-039F-4974-97D9-893B36E62B3D}" type="slidenum">
              <a:rPr lang="en-BE" smtClean="0"/>
              <a:t>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14582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Waarom zo dicht op mekaar? Storingen te beperken…</a:t>
            </a:r>
          </a:p>
          <a:p>
            <a:r>
              <a:rPr lang="nl-NL" dirty="0"/>
              <a:t>Toon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AD3C6-039F-4974-97D9-893B36E62B3D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09320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Elke fout bespreken, </a:t>
            </a:r>
            <a:r>
              <a:rPr lang="nl-NL" dirty="0" err="1"/>
              <a:t>wa</a:t>
            </a:r>
            <a:r>
              <a:rPr lang="nl-NL" dirty="0"/>
              <a:t> er werd gedaan om die op te lossen.</a:t>
            </a:r>
          </a:p>
          <a:p>
            <a:r>
              <a:rPr lang="nl-NL" dirty="0"/>
              <a:t>Toon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AD3C6-039F-4974-97D9-893B36E62B3D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01450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Waarom moest de flash zo gemonteerd worden.</a:t>
            </a:r>
          </a:p>
          <a:p>
            <a:r>
              <a:rPr lang="nl-NL" dirty="0"/>
              <a:t>Spanning: Voor een of ander reden kwam er niet genoeg spanning vanuit de VDD_SPI pin naar de flash, dus we trokken een draadje direct vanuit een 3v3 rail.</a:t>
            </a:r>
          </a:p>
          <a:p>
            <a:r>
              <a:rPr lang="nl-NL" dirty="0"/>
              <a:t>Toon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AD3C6-039F-4974-97D9-893B36E62B3D}" type="slidenum">
              <a:rPr lang="en-BE" smtClean="0"/>
              <a:t>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75360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Traces</a:t>
            </a:r>
            <a:r>
              <a:rPr lang="nl-NL" dirty="0"/>
              <a:t> gesneden omdat 1 pin naar </a:t>
            </a:r>
            <a:r>
              <a:rPr lang="nl-NL" dirty="0" err="1"/>
              <a:t>gnd</a:t>
            </a:r>
            <a:r>
              <a:rPr lang="nl-NL" dirty="0"/>
              <a:t> verbonden was, maar moest 3,3v krijgen en ander pin 5v kreeg, maar die moest ook 3.3V krijgen en dan dus met die </a:t>
            </a:r>
            <a:r>
              <a:rPr lang="nl-NL" dirty="0" err="1"/>
              <a:t>brugeske</a:t>
            </a:r>
            <a:r>
              <a:rPr lang="nl-NL" dirty="0"/>
              <a:t> ze allebei van 3.3V voorzien.</a:t>
            </a:r>
          </a:p>
          <a:p>
            <a:r>
              <a:rPr lang="nl-NL" dirty="0"/>
              <a:t>Toon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AD3C6-039F-4974-97D9-893B36E62B3D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76319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Werkwijze uitleggen, </a:t>
            </a:r>
            <a:r>
              <a:rPr lang="nl-NL" dirty="0" err="1"/>
              <a:t>wa</a:t>
            </a:r>
            <a:r>
              <a:rPr lang="nl-NL" dirty="0"/>
              <a:t> waarvoor dient.</a:t>
            </a:r>
          </a:p>
          <a:p>
            <a:r>
              <a:rPr lang="nl-NL" dirty="0"/>
              <a:t>Mateusz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AD3C6-039F-4974-97D9-893B36E62B3D}" type="slidenum">
              <a:rPr lang="en-BE" smtClean="0"/>
              <a:t>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62580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Zeggen wat no </a:t>
            </a:r>
            <a:r>
              <a:rPr lang="nl-NL" dirty="0" err="1"/>
              <a:t>serial</a:t>
            </a:r>
            <a:r>
              <a:rPr lang="nl-NL" dirty="0"/>
              <a:t> data </a:t>
            </a:r>
            <a:r>
              <a:rPr lang="nl-NL" dirty="0" err="1"/>
              <a:t>received</a:t>
            </a:r>
            <a:r>
              <a:rPr lang="nl-NL" dirty="0"/>
              <a:t> betekent, en </a:t>
            </a:r>
            <a:r>
              <a:rPr lang="nl-NL" dirty="0" err="1"/>
              <a:t>wa</a:t>
            </a:r>
            <a:r>
              <a:rPr lang="nl-NL" dirty="0"/>
              <a:t> we hadden gedaan om dit proberen op te lossen.</a:t>
            </a:r>
          </a:p>
          <a:p>
            <a:r>
              <a:rPr lang="nl-NL" dirty="0" err="1"/>
              <a:t>Wa</a:t>
            </a:r>
            <a:r>
              <a:rPr lang="nl-NL" dirty="0"/>
              <a:t> </a:t>
            </a:r>
            <a:r>
              <a:rPr lang="nl-NL" dirty="0" err="1"/>
              <a:t>invalid</a:t>
            </a:r>
            <a:r>
              <a:rPr lang="nl-NL" dirty="0"/>
              <a:t> </a:t>
            </a:r>
            <a:r>
              <a:rPr lang="nl-NL" dirty="0" err="1"/>
              <a:t>head</a:t>
            </a:r>
            <a:r>
              <a:rPr lang="nl-NL" dirty="0"/>
              <a:t> of </a:t>
            </a:r>
            <a:r>
              <a:rPr lang="nl-NL" dirty="0" err="1"/>
              <a:t>packet</a:t>
            </a:r>
            <a:r>
              <a:rPr lang="nl-NL" dirty="0"/>
              <a:t> betekent. </a:t>
            </a:r>
            <a:r>
              <a:rPr lang="nl-NL" dirty="0" err="1"/>
              <a:t>Wa</a:t>
            </a:r>
            <a:r>
              <a:rPr lang="nl-NL" dirty="0"/>
              <a:t> is </a:t>
            </a:r>
            <a:r>
              <a:rPr lang="nl-NL" dirty="0" err="1"/>
              <a:t>baudrate</a:t>
            </a:r>
            <a:r>
              <a:rPr lang="nl-NL" dirty="0"/>
              <a:t>.</a:t>
            </a:r>
          </a:p>
          <a:p>
            <a:r>
              <a:rPr lang="nl-NL" dirty="0" err="1"/>
              <a:t>Wa</a:t>
            </a:r>
            <a:r>
              <a:rPr lang="nl-NL" dirty="0"/>
              <a:t> bedoel ik met verkeerde </a:t>
            </a:r>
            <a:r>
              <a:rPr lang="nl-NL" dirty="0" err="1"/>
              <a:t>subnet</a:t>
            </a:r>
            <a:r>
              <a:rPr lang="nl-NL" dirty="0"/>
              <a:t>.</a:t>
            </a:r>
          </a:p>
          <a:p>
            <a:r>
              <a:rPr lang="nl-NL" dirty="0"/>
              <a:t>Mateusz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AD3C6-039F-4974-97D9-893B36E62B3D}" type="slidenum">
              <a:rPr lang="en-BE" smtClean="0"/>
              <a:t>10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87521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Gewoon zeggen </a:t>
            </a:r>
            <a:r>
              <a:rPr lang="nl-NL" dirty="0" err="1"/>
              <a:t>wa</a:t>
            </a:r>
            <a:r>
              <a:rPr lang="nl-NL" dirty="0"/>
              <a:t> der op den dia staat?</a:t>
            </a:r>
          </a:p>
          <a:p>
            <a:r>
              <a:rPr lang="nl-NL" dirty="0"/>
              <a:t>Mateusz</a:t>
            </a:r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AD3C6-039F-4974-97D9-893B36E62B3D}" type="slidenum">
              <a:rPr lang="en-BE" smtClean="0"/>
              <a:t>11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98377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Mateusz</a:t>
            </a:r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AD3C6-039F-4974-97D9-893B36E62B3D}" type="slidenum">
              <a:rPr lang="en-BE" smtClean="0"/>
              <a:t>12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84348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F569-AC90-44EB-9EF4-4E5C2F5D823C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044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79EF-17C8-45D8-9866-DAF5723FC604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19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2ADC-3680-4013-A757-E4663495DB98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03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BA94-5DCA-4F19-960F-0FB2BD5EE85A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48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D947-38D9-44AC-8B89-E79758333B77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13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E23F-BD3C-4F23-B116-2B758120C8AC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25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CFAA9-6D59-4D98-869E-ACBDB83B2CA4}" type="datetime1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91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0804-27E3-430A-BB42-B831260DE39A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2DE3-3D1A-4D53-B9A6-6C7463B8C992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8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7D41-E8B7-4A0B-B861-3EC4AE88917D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34823-0B19-4B4E-A643-7A3B0A3D24D6}" type="datetime1">
              <a:rPr lang="en-US" smtClean="0"/>
              <a:t>5/24/2026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13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5ECD8B30-1B71-45A1-8314-D59C86F581E1}" type="datetime1">
              <a:rPr lang="en-US" smtClean="0"/>
              <a:pPr/>
              <a:t>5/24/2026</a:t>
            </a:fld>
            <a:endParaRPr lang="en-US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‹nr.›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7878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33" r:id="rId6"/>
    <p:sldLayoutId id="2147483929" r:id="rId7"/>
    <p:sldLayoutId id="2147483930" r:id="rId8"/>
    <p:sldLayoutId id="2147483931" r:id="rId9"/>
    <p:sldLayoutId id="2147483932" r:id="rId10"/>
    <p:sldLayoutId id="214748393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" name="Rectangle 511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" name="Oval 512">
            <a:extLst>
              <a:ext uri="{FF2B5EF4-FFF2-40B4-BE49-F238E27FC236}">
                <a16:creationId xmlns:a16="http://schemas.microsoft.com/office/drawing/2014/main" id="{D9DFE8A5-DCEC-4A43-B613-D62AC8C57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98485" y="519606"/>
            <a:ext cx="5290997" cy="5290997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Oval 513">
            <a:extLst>
              <a:ext uri="{FF2B5EF4-FFF2-40B4-BE49-F238E27FC236}">
                <a16:creationId xmlns:a16="http://schemas.microsoft.com/office/drawing/2014/main" id="{72ECEE41-AE0E-49F4-9DE8-04A37665A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91790" y="511352"/>
            <a:ext cx="5290997" cy="5290997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15" name="Oval 514">
            <a:extLst>
              <a:ext uri="{FF2B5EF4-FFF2-40B4-BE49-F238E27FC236}">
                <a16:creationId xmlns:a16="http://schemas.microsoft.com/office/drawing/2014/main" id="{26B7664A-BE61-4A65-B937-A31E08B8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3725" y="456156"/>
            <a:ext cx="5290997" cy="529099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B206B6-2BAC-6A10-83F3-9CCFF1958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6988" y="1583888"/>
            <a:ext cx="3624471" cy="2577893"/>
          </a:xfrm>
        </p:spPr>
        <p:txBody>
          <a:bodyPr>
            <a:normAutofit/>
          </a:bodyPr>
          <a:lstStyle/>
          <a:p>
            <a:r>
              <a:rPr lang="nl-BE" sz="5100" dirty="0"/>
              <a:t>PE1 – Shelly Hub</a:t>
            </a:r>
            <a:endParaRPr lang="en-BE" sz="5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194A17-D7EE-622D-E2B6-90A87A8A9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6988" y="4253857"/>
            <a:ext cx="3624471" cy="811604"/>
          </a:xfrm>
        </p:spPr>
        <p:txBody>
          <a:bodyPr>
            <a:normAutofit/>
          </a:bodyPr>
          <a:lstStyle/>
          <a:p>
            <a:r>
              <a:rPr lang="nl-BE" sz="1900" dirty="0" err="1"/>
              <a:t>By</a:t>
            </a:r>
            <a:r>
              <a:rPr lang="nl-BE" sz="1900" dirty="0"/>
              <a:t> Dergent Toon </a:t>
            </a:r>
            <a:r>
              <a:rPr lang="nl-BE" sz="1900" dirty="0" err="1"/>
              <a:t>and</a:t>
            </a:r>
            <a:r>
              <a:rPr lang="nl-BE" sz="1900" dirty="0"/>
              <a:t> </a:t>
            </a:r>
            <a:r>
              <a:rPr lang="nl-BE" sz="1900" dirty="0" err="1"/>
              <a:t>Kidrycki</a:t>
            </a:r>
            <a:r>
              <a:rPr lang="nl-BE" sz="1900" dirty="0"/>
              <a:t> </a:t>
            </a:r>
            <a:r>
              <a:rPr lang="nl-BE" sz="1900" dirty="0" err="1"/>
              <a:t>Mateusz</a:t>
            </a:r>
            <a:endParaRPr lang="en-BE" sz="1900" dirty="0"/>
          </a:p>
        </p:txBody>
      </p: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592A98AA-8351-467E-95D9-AD9C11B8C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65353"/>
            <a:ext cx="1861854" cy="717514"/>
            <a:chOff x="0" y="1065353"/>
            <a:chExt cx="1861854" cy="717514"/>
          </a:xfrm>
          <a:solidFill>
            <a:schemeClr val="tx1"/>
          </a:solidFill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6535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17" name="Freeform: Shape 102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50508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518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96429" y="1027722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19" name="Graphic 212">
            <a:extLst>
              <a:ext uri="{FF2B5EF4-FFF2-40B4-BE49-F238E27FC236}">
                <a16:creationId xmlns:a16="http://schemas.microsoft.com/office/drawing/2014/main" id="{AB3A9BF2-EC6B-40C7-9583-802D0A6CF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96429" y="1027722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10F286-0561-7FE7-14C8-F1C6C5F00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-1"/>
          <a:stretch>
            <a:fillRect/>
          </a:stretch>
        </p:blipFill>
        <p:spPr>
          <a:xfrm>
            <a:off x="7736597" y="370135"/>
            <a:ext cx="3248023" cy="3248023"/>
          </a:xfrm>
          <a:custGeom>
            <a:avLst/>
            <a:gdLst/>
            <a:ahLst/>
            <a:cxnLst/>
            <a:rect l="l" t="t" r="r" b="b"/>
            <a:pathLst>
              <a:path w="2813056" h="2813056">
                <a:moveTo>
                  <a:pt x="1406528" y="0"/>
                </a:moveTo>
                <a:cubicBezTo>
                  <a:pt x="2183332" y="0"/>
                  <a:pt x="2813056" y="629724"/>
                  <a:pt x="2813056" y="1406528"/>
                </a:cubicBezTo>
                <a:cubicBezTo>
                  <a:pt x="2813056" y="2183332"/>
                  <a:pt x="2183332" y="2813056"/>
                  <a:pt x="1406528" y="2813056"/>
                </a:cubicBezTo>
                <a:cubicBezTo>
                  <a:pt x="629724" y="2813056"/>
                  <a:pt x="0" y="2183332"/>
                  <a:pt x="0" y="1406528"/>
                </a:cubicBezTo>
                <a:cubicBezTo>
                  <a:pt x="0" y="629724"/>
                  <a:pt x="629724" y="0"/>
                  <a:pt x="1406528" y="0"/>
                </a:cubicBezTo>
                <a:close/>
              </a:path>
            </a:pathLst>
          </a:custGeom>
        </p:spPr>
      </p:pic>
      <p:sp>
        <p:nvSpPr>
          <p:cNvPr id="520" name="Oval 519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6DC8B0-E5BE-9F21-AE17-659DF81E19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12771" y="3568727"/>
            <a:ext cx="2624707" cy="2624707"/>
          </a:xfrm>
          <a:custGeom>
            <a:avLst/>
            <a:gdLst/>
            <a:ahLst/>
            <a:cxnLst/>
            <a:rect l="l" t="t" r="r" b="b"/>
            <a:pathLst>
              <a:path w="1796104" h="1796104">
                <a:moveTo>
                  <a:pt x="898052" y="0"/>
                </a:moveTo>
                <a:cubicBezTo>
                  <a:pt x="1394032" y="0"/>
                  <a:pt x="1796104" y="402072"/>
                  <a:pt x="1796104" y="898052"/>
                </a:cubicBezTo>
                <a:cubicBezTo>
                  <a:pt x="1796104" y="1394032"/>
                  <a:pt x="1394032" y="1796104"/>
                  <a:pt x="898052" y="1796104"/>
                </a:cubicBezTo>
                <a:cubicBezTo>
                  <a:pt x="402072" y="1796104"/>
                  <a:pt x="0" y="1394032"/>
                  <a:pt x="0" y="898052"/>
                </a:cubicBezTo>
                <a:cubicBezTo>
                  <a:pt x="0" y="402072"/>
                  <a:pt x="402072" y="0"/>
                  <a:pt x="898052" y="0"/>
                </a:cubicBezTo>
                <a:close/>
              </a:path>
            </a:pathLst>
          </a:custGeom>
        </p:spPr>
      </p:pic>
      <p:grpSp>
        <p:nvGrpSpPr>
          <p:cNvPr id="521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46774" y="3988293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522" name="Freeform: Shape 111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" name="Freeform: Shape 112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" name="Freeform: Shape 113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" name="Freeform: Shape 114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" name="Freeform: Shape 115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7" name="Oval 526">
            <a:extLst>
              <a:ext uri="{FF2B5EF4-FFF2-40B4-BE49-F238E27FC236}">
                <a16:creationId xmlns:a16="http://schemas.microsoft.com/office/drawing/2014/main" id="{EF393BEB-3073-4C8D-92C5-40B704842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29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ABD5B9-F903-CB3A-89EC-505223CE4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anchor="b">
            <a:normAutofit/>
          </a:bodyPr>
          <a:lstStyle/>
          <a:p>
            <a:r>
              <a:rPr lang="nl-BE" dirty="0"/>
              <a:t>Idee</a:t>
            </a:r>
            <a:endParaRPr lang="en-BE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68C940D-4516-4630-B49F-65C1A82FE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91258" y="619275"/>
            <a:ext cx="932200" cy="932200"/>
            <a:chOff x="10791258" y="619275"/>
            <a:chExt cx="932200" cy="932200"/>
          </a:xfrm>
        </p:grpSpPr>
        <p:sp>
          <p:nvSpPr>
            <p:cNvPr id="15" name="Graphic 212">
              <a:extLst>
                <a:ext uri="{FF2B5EF4-FFF2-40B4-BE49-F238E27FC236}">
                  <a16:creationId xmlns:a16="http://schemas.microsoft.com/office/drawing/2014/main" id="{160C130F-E752-44CF-98A8-75490C2A2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3" name="Graphic 212">
              <a:extLst>
                <a:ext uri="{FF2B5EF4-FFF2-40B4-BE49-F238E27FC236}">
                  <a16:creationId xmlns:a16="http://schemas.microsoft.com/office/drawing/2014/main" id="{9690DAC5-9FBA-4943-959B-751AF2B46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93EA8-52D5-3C00-C9B8-1A32234D2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520" y="1747592"/>
            <a:ext cx="5217173" cy="4351338"/>
          </a:xfrm>
        </p:spPr>
        <p:txBody>
          <a:bodyPr>
            <a:normAutofit/>
          </a:bodyPr>
          <a:lstStyle/>
          <a:p>
            <a:r>
              <a:rPr lang="nl-BE" dirty="0"/>
              <a:t>Shelly Hub</a:t>
            </a:r>
          </a:p>
          <a:p>
            <a:pPr lvl="1"/>
            <a:r>
              <a:rPr lang="nl-BE" dirty="0"/>
              <a:t>Lokaal</a:t>
            </a:r>
          </a:p>
          <a:p>
            <a:pPr lvl="1"/>
            <a:r>
              <a:rPr lang="nl-BE" dirty="0"/>
              <a:t>Meer privacy</a:t>
            </a:r>
          </a:p>
          <a:p>
            <a:pPr lvl="1"/>
            <a:r>
              <a:rPr lang="nl-BE" dirty="0"/>
              <a:t>Volledig aanpasbaar</a:t>
            </a:r>
          </a:p>
          <a:p>
            <a:pPr lvl="1"/>
            <a:endParaRPr lang="nl-BE" dirty="0"/>
          </a:p>
          <a:p>
            <a:endParaRPr lang="en-BE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93F2521-5FCA-4EE4-ADB9-C71AB81B8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1216299"/>
            <a:ext cx="1598829" cy="531293"/>
            <a:chOff x="6491531" y="1420258"/>
            <a:chExt cx="1598829" cy="531293"/>
          </a:xfrm>
          <a:solidFill>
            <a:schemeClr val="tx1"/>
          </a:solidFill>
        </p:grpSpPr>
        <p:grpSp>
          <p:nvGrpSpPr>
            <p:cNvPr id="19" name="Graphic 190">
              <a:extLst>
                <a:ext uri="{FF2B5EF4-FFF2-40B4-BE49-F238E27FC236}">
                  <a16:creationId xmlns:a16="http://schemas.microsoft.com/office/drawing/2014/main" id="{701F4A7E-EE52-4FFF-847D-941A57F6E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44C45BFB-2AD2-45F8-9F4B-9151A686E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3">
                <a:extLst>
                  <a:ext uri="{FF2B5EF4-FFF2-40B4-BE49-F238E27FC236}">
                    <a16:creationId xmlns:a16="http://schemas.microsoft.com/office/drawing/2014/main" id="{82FD8094-5F5E-411D-96E3-0D8E76B94F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67" name="Graphic 190">
              <a:extLst>
                <a:ext uri="{FF2B5EF4-FFF2-40B4-BE49-F238E27FC236}">
                  <a16:creationId xmlns:a16="http://schemas.microsoft.com/office/drawing/2014/main" id="{F3FB933A-7D1C-4A1F-9589-2006261FD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965C4036-D195-4D1E-B436-A03795967C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8" name="Freeform: Shape 21">
                <a:extLst>
                  <a:ext uri="{FF2B5EF4-FFF2-40B4-BE49-F238E27FC236}">
                    <a16:creationId xmlns:a16="http://schemas.microsoft.com/office/drawing/2014/main" id="{54F38E9F-35FC-437D-BE4E-33FDF60565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19FBBCE-F2FE-C28C-3A80-1B36488CC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8" r="4" b="7926"/>
          <a:stretch>
            <a:fillRect/>
          </a:stretch>
        </p:blipFill>
        <p:spPr>
          <a:xfrm>
            <a:off x="7253021" y="1820334"/>
            <a:ext cx="3555043" cy="3217333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2B7E220D-70BE-46E1-87EA-9239C1082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154385" y="4466592"/>
            <a:ext cx="1443404" cy="1443428"/>
            <a:chOff x="10154385" y="4452524"/>
            <a:chExt cx="1443404" cy="1443428"/>
          </a:xfrm>
          <a:solidFill>
            <a:schemeClr val="tx1"/>
          </a:solidFill>
        </p:grpSpPr>
        <p:grpSp>
          <p:nvGrpSpPr>
            <p:cNvPr id="27" name="Graphic 4">
              <a:extLst>
                <a:ext uri="{FF2B5EF4-FFF2-40B4-BE49-F238E27FC236}">
                  <a16:creationId xmlns:a16="http://schemas.microsoft.com/office/drawing/2014/main" id="{FC1A5110-77D2-40E7-81AD-268BA675F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4FA2A3FD-1B3F-42AF-BC02-85F36E0565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7AD487CA-8FBC-4540-AC49-97AE50C651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0D84CF57-47D1-43F3-A27F-4554C8874D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CBEE7FBD-98AD-4AD4-8928-24BF44632D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84FD382E-B389-4D8F-A55E-6DFA291F0E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98382AB7-ABEA-406A-BC9C-E929CB72C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687410AC-739F-4AF0-B3F3-BA1EE2D84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297F7ECB-7025-4A18-B6C1-9A8F179D8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E8BF277F-8AC7-4B9F-A748-658BC32F47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3861EEE4-BFC2-47F9-B33D-2CF7EF91D1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6EDB4948-A661-493E-A726-89FD160435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690295D3-F01C-40D4-AC18-38CDB597DD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DE279E4F-F139-423E-AF42-7C309EE9EE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BE503EF8-F0B7-4F0E-B82E-742BB8DB8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8BF1F2E6-2E0A-4F5C-AF29-167B9214DE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465F6F4-1BA9-4F7B-9980-3571C7C5CC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FFF3428D-3135-4073-AB27-8292AA4211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2EE4FAE5-DC40-43E2-BACB-84C2CCDA3A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97E1E565-91F8-469C-998D-413D4E3D00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7AADD30B-6564-45CD-A760-00AD0ED73C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3B9ABBD5-5E76-4812-A4CF-2A8B16ADA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2F97912E-EDA5-4A75-A106-B25426BB66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A8D15062-DCA7-43EE-AB75-CD9C80F379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80EB5712-3433-46B4-A8DF-04A8D03E3E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6F3BFE28-EB41-4640-802B-FAA4F73787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203F4E0E-E3AE-4B10-B1BC-529CC3CD0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1B83F41D-7419-46EC-8C00-37127DC3AA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9991303F-ED54-4483-97A9-3143D1CA72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0B99A87F-D826-40DC-B688-B209D5253B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3CB798D6-E3C9-41B2-8F20-F0CF870681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9CF03CDA-070F-49AE-B37C-4D08A1BAD2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D4CBFC42-413D-4BC6-9BEA-078040C01E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4A02437-3BDD-4242-9C52-0DB006A35E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7209D1D0-DC11-43F3-8050-D8C01D3B62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8A37369D-62F1-4A67-B1A1-658CBED41D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68CD3744-B811-40BE-B10F-4D5B1AA93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3048B8EA-2CD0-40CF-B570-BD99E0F77C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2D8EA840-350B-405A-A1BB-40D93A00ED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6BFAC7FE-90ED-4400-9E88-D3EB802CF4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F8A49AFF-4D6A-4290-A811-6ADBC2A2A5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5267CD0-3312-488A-ADC9-2A215FC9B5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734AF3AE-4171-471C-AFDE-0A4B563D95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9761283D-6867-470C-85BB-833A5997B7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232907EC-87D6-4A76-97C7-ED83798B87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9AE06A14-FDDB-4888-9F8A-C027B6FC7A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408FBBF8-91F0-43DF-84FE-8585BD4C01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40F8B312-3204-4812-9CED-599503CC0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B3163C36-49A9-42CD-84AB-945A548107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C737819E-C741-419C-8B07-6CBF226F4A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86094C82-164A-490B-A711-CBC5914A79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B97614F7-51E5-4AEF-B768-8C452874D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B6227872-28BD-445D-96AD-EF00622F8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1DC2CF0-2FA0-43FC-9509-0C6DB072B6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9795B481-57FF-4E8E-83AA-E5D2E3E2F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148378AF-5FAD-46E5-9709-EA405E6749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A673CCD4-0D19-45A5-A1E8-0C6F8E2C41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EE686E15-638D-450E-BD41-9EEC16695B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19970629-2923-493A-A315-FA7EDF1312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D8839461-CBD3-4A9A-BBCF-09A8835874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06ACA65A-A638-4499-9A58-4BBB2D8502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1E2A7DEF-7652-4468-8E3F-6FF0C0A9F9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B20F00C4-6808-4F91-8495-A7C27E49A1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4254291C-CB21-424F-AF32-0C70F16421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6D37468-BE92-4741-86A9-1417F2AA43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2A361414-EF46-4101-B08C-BA761D10D3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62B99449-370E-4EEE-9DB6-159197F278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FAA977E9-699A-4D73-B0CF-CE0C4EB20C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9EDD115C-F555-4352-B8FB-C7F9829FAA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9454379A-04D7-4413-8E59-262DB6BCD1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8E65F25A-79A5-4F0D-A340-475979F28C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838E1E5B-3968-49BD-843C-C8C0F44C6E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CA466D-7602-4464-BAB2-071A59F8A9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4A1357E7-09DA-4B68-A637-F277764E94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EFCA436-DAC9-4B9E-82BE-E0DE3F5C8A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FA482722-F397-4F01-97DD-D018FE6378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5CF6C289-6A1B-4031-84CC-4DA52D08ED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42F190D1-D9E1-46D5-A212-6560B860B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08ADD086-4DD1-4EBA-BC75-CD93AE4D44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75A280D7-478F-468E-9644-B09B8FDEB7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C9BE9354-BB23-458F-9AE3-DD8AC4F1E6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861A354D-F521-44EF-9140-7393D26D2E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C76B3340-3BF4-4FB9-B7FA-751617C73B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C802BF6D-7C7F-41BF-B0CA-C5E6AFABB3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712FB0EF-009B-4384-BD25-D3C6EBCC97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922F2BA9-9373-465D-8F24-F58DB9B1B7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4FAD72B3-1B8B-4B05-B201-419A776FB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AC81E68B-1417-445D-9B51-60A0F91E5B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7D5A9E27-E07F-4466-9021-D25D85CDC9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CF5DC41D-2B9C-4659-9F3E-C3A2BDE8BC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5AA3263F-DADF-4BDD-82AC-F44BC4FE0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8999662B-626A-4D98-920C-CDA407F83B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D6C410A6-2F1A-4222-8D50-2781C5D7E5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9221CD39-A736-45F1-92AA-8533C1D277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B3025FBC-7A41-410A-AC63-DD483277D2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09A5D562-F236-406C-A6FF-163F8FE290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98086E1B-8B11-4A2D-BB70-33C51E4762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7B908F0B-B32A-46B3-8587-82EC271B8C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B2687ECF-D561-41B0-AD3C-7F627A412B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F7F6218A-89E1-41D8-8C8C-6CF0F70F50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CAFE4E14-C851-4334-9F44-DFD70DD46D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7011BCD2-D4B9-4726-8FF7-FF4B12983A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D21E20DA-52FD-41FC-AB37-5468D9F208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69EB0F03-97F9-4207-9552-FD5F92185E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F1675131-367D-4E22-8170-BE1BCA565B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8CA3664D-20A4-4FCC-9CD3-E7A452C5B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A9515CFE-D1C5-4594-A572-DB2235C694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DCFB6755-EA85-4DA9-A570-59F500E95F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824F6828-D6CE-44D4-BF48-6FA7F58862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97E302B6-BC6F-4DF5-B1FA-3BEE992671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42327E29-F07F-4C06-A1E3-19EBCABEE3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1FF70127-1DB3-4507-ABD4-BE6242907A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655D743-D6D1-4AAF-8644-B7B6053308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AEB3D1EA-07D1-4406-BF5A-AEA41D7D21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0DFB99DC-1A5F-455D-9AD5-B84298D1CB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30CD14F4-787A-4CB1-87CB-FD4A288166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23CE74A-BDFD-4B56-84CA-734581FCF2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9E4FE61F-77E6-40E1-97B9-2B88B7CE9C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C5471DE-7760-4942-9752-D8676B2BED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AFC6266D-DA02-4614-88F2-7077DCC291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AE1A43A2-78D9-4279-B715-FED7BD949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A2B18DEA-1741-42E2-9097-7B5DE00183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A78E9B74-5DCA-4B60-89A6-2B3A85E24A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057B4547-96DD-4BA0-994D-C76DE93AD3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30454D66-4E7A-44FE-9822-3D34133AB3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29051627-5724-440D-8B81-D4F83BE986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38507626-34D1-4BBF-B9EF-BDE8BBBFD6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209CB8E9-BC41-4D95-B65F-8285256ADF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FB597DBE-D5A0-45B1-A659-8452BF04AB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053D2250-26AE-4ED4-8644-0A23D1CBC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932173CC-8796-4913-BFB5-DEABBA8553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79FC0C90-AECD-45F4-8BAD-CA3DAC393C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9475113E-1AC5-4621-A394-9D0657FC01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EF8491AB-6DD8-4293-B4D7-550388F1BB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1851A60B-8BBD-4C38-9143-0AF1DC7836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9810BA7-727E-4871-A866-A0CD5EE6CD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E2252C24-7565-4F9E-81B7-F0385F30CB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91095F58-4C7C-4261-AF74-4C8BEA99F8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79FED60-FFC3-4420-BB54-25D7E3D20C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1B619CEC-F915-4E63-AF98-E4212F9F66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03FBB620-A91A-4FF4-B380-DC4FEC600F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912F7E0D-8362-4060-BB77-EC596B279A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4F11F9EE-F36A-4206-AE5B-60825B153B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F342A80B-ACB4-4C6F-8250-212611A28B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D4EC40C9-93C0-498E-A05D-17EF46BB9B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E42CF2F2-4895-495A-B10B-EE6C93BDB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2AFEDFDC-CB51-46B4-8294-26B55F973A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AD19ED5F-B560-4366-AD14-9EC71C7ED6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2E95D3F-2E55-4021-9D6F-B6E7224C9B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F45660DB-2DA2-4937-B362-69FA55D2B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FA488514-5D26-42FF-BD81-E9F2E1DE36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421E4366-604D-4893-BE4C-08D448A06C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9128E702-7B78-4B59-BAB4-530DF53A8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7456D98-32F2-4486-81EE-5CBDC5137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F3173B06-C53D-4E52-B3D3-7D10BB963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A5E08649-A0F1-4F92-9B1A-23DD0768E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0386755E-BD00-42F5-8AFD-3FE177FD6E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38479D89-3237-4F5A-9785-2F84E973FC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F86502C8-2734-48E5-9834-A8435644C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CEA77AA6-BB37-4CE8-9E75-DB4F595BA2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CF79F8C8-5618-4880-A26B-8310380F0E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880EE80C-A78F-4B21-985E-50CACEF2EB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0EDC8879-9797-42E5-AB8E-E36229BF3F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1B37764D-AF04-4F2C-81D9-5EFA3E5C02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1C6105B-1E1B-4444-A6E5-5B157F3C16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559B4EC8-EFFF-4DCA-AAB8-26AF6679DE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ED93E274-9D58-4EC9-80D4-33D9D3A090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6E5616A1-0B5F-4D6D-910E-792B393B3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BDD0D9C8-A2E7-4C95-BBC5-5E2D62D670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509401FA-7222-4A17-828C-1729888E93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8" name="Graphic 4">
              <a:extLst>
                <a:ext uri="{FF2B5EF4-FFF2-40B4-BE49-F238E27FC236}">
                  <a16:creationId xmlns:a16="http://schemas.microsoft.com/office/drawing/2014/main" id="{7B025375-9B31-46A6-87EC-BA8E94E678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454AFC84-3FCF-4783-9CE6-BE7BCF5CB7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EC3B2D5-1605-4334-8CC6-33D5D53E7F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893286B7-109A-47DD-BD18-3A8E2FCDF5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6E4611D-D180-45CC-95F3-4D780BF21A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9" name="Freeform: Shape 32">
                <a:extLst>
                  <a:ext uri="{FF2B5EF4-FFF2-40B4-BE49-F238E27FC236}">
                    <a16:creationId xmlns:a16="http://schemas.microsoft.com/office/drawing/2014/main" id="{075D9DF6-64E6-48A9-89BE-1AEDF3DBA2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77E91B6-62FE-4219-8648-2FA062EE04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E05794AA-8ED8-4FEB-B9E2-3D68295520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0CEF7D50-E12D-4F46-9B10-16E903FB7F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4D885088-5CE2-4ABB-AC5F-8E295C63A4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B7F9B5BB-81CC-442B-B607-5F084799E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1CC6AB35-BB47-42CE-9492-77B57C3613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0" name="Freeform: Shape 39">
                <a:extLst>
                  <a:ext uri="{FF2B5EF4-FFF2-40B4-BE49-F238E27FC236}">
                    <a16:creationId xmlns:a16="http://schemas.microsoft.com/office/drawing/2014/main" id="{E13E089E-A0F7-4B85-BFEF-EABBF38248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1" name="Freeform: Shape 40">
                <a:extLst>
                  <a:ext uri="{FF2B5EF4-FFF2-40B4-BE49-F238E27FC236}">
                    <a16:creationId xmlns:a16="http://schemas.microsoft.com/office/drawing/2014/main" id="{9306C271-11BD-4ACA-99FC-BC847B6ABD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A51C39C2-B68B-4FB3-AF93-3B6EFC5EB8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19A9E62-BA64-414F-9053-428828BD4F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0F1A2A5-D670-4734-B018-570175184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896E20F-D59A-4E5C-AAC2-ED79FCAC3C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3B49622-0DD4-4378-A974-3EC752B2DE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8BF83D4D-5E95-4F61-8A1C-624625209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FB270157-AA6D-4EE4-9506-368F8C97C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94DA0BEE-AE9D-4CE8-B249-C229E628E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AD089CCA-7A85-405E-9AF7-96F814E3B8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E30352E-9DBA-4777-A093-B6F3D60607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264C5F14-2A45-42AA-948A-6C7D19578F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B3CF5D72-A8B6-4A2B-8F09-46F06C3B96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8D32D7ED-2507-43E0-BCA0-69F1D92198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2" name="Freeform: Shape 54">
                <a:extLst>
                  <a:ext uri="{FF2B5EF4-FFF2-40B4-BE49-F238E27FC236}">
                    <a16:creationId xmlns:a16="http://schemas.microsoft.com/office/drawing/2014/main" id="{6029896F-72B5-4FBB-98D7-A4A6B7A8EB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C735037E-DA25-4564-960C-F744D00E1C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3" name="Freeform: Shape 56">
                <a:extLst>
                  <a:ext uri="{FF2B5EF4-FFF2-40B4-BE49-F238E27FC236}">
                    <a16:creationId xmlns:a16="http://schemas.microsoft.com/office/drawing/2014/main" id="{975717CD-2FAA-46E2-825A-5A409DC36D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4" name="Freeform: Shape 57">
                <a:extLst>
                  <a:ext uri="{FF2B5EF4-FFF2-40B4-BE49-F238E27FC236}">
                    <a16:creationId xmlns:a16="http://schemas.microsoft.com/office/drawing/2014/main" id="{9ABAD2C5-9937-47FF-9A17-132CEA54C7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5319C0FD-333B-49B2-B54F-959084B1C6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5" name="Freeform: Shape 59">
                <a:extLst>
                  <a:ext uri="{FF2B5EF4-FFF2-40B4-BE49-F238E27FC236}">
                    <a16:creationId xmlns:a16="http://schemas.microsoft.com/office/drawing/2014/main" id="{A3F88462-C743-4DF3-9A31-09108B3DD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A47CC3C-9310-422C-8AF8-CF56E286B3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6" name="Freeform: Shape 61">
                <a:extLst>
                  <a:ext uri="{FF2B5EF4-FFF2-40B4-BE49-F238E27FC236}">
                    <a16:creationId xmlns:a16="http://schemas.microsoft.com/office/drawing/2014/main" id="{64CBAB0F-DFA6-4370-AF0D-EAEA0DA18E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CB75D567-78A7-4986-B241-E03EB5B6A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A6065FE5-5B5D-426F-A331-FFB91E483E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48748863-F066-4C39-BA9E-951EA19F14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988B46B-EC58-4704-8960-75C617B2CE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7" name="Freeform: Shape 66">
                <a:extLst>
                  <a:ext uri="{FF2B5EF4-FFF2-40B4-BE49-F238E27FC236}">
                    <a16:creationId xmlns:a16="http://schemas.microsoft.com/office/drawing/2014/main" id="{3C8F94F3-22A8-4403-BAF4-DA1344D120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8" name="Freeform: Shape 67">
                <a:extLst>
                  <a:ext uri="{FF2B5EF4-FFF2-40B4-BE49-F238E27FC236}">
                    <a16:creationId xmlns:a16="http://schemas.microsoft.com/office/drawing/2014/main" id="{6144F6B6-FBD2-44C5-93F2-36FB060AB8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9" name="Freeform: Shape 68">
                <a:extLst>
                  <a:ext uri="{FF2B5EF4-FFF2-40B4-BE49-F238E27FC236}">
                    <a16:creationId xmlns:a16="http://schemas.microsoft.com/office/drawing/2014/main" id="{FDFF1114-943E-4377-9482-AC35E9B91E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0" name="Freeform: Shape 69">
                <a:extLst>
                  <a:ext uri="{FF2B5EF4-FFF2-40B4-BE49-F238E27FC236}">
                    <a16:creationId xmlns:a16="http://schemas.microsoft.com/office/drawing/2014/main" id="{E29A169E-8860-41C6-B2BA-656C9E87F5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1" name="Freeform: Shape 70">
                <a:extLst>
                  <a:ext uri="{FF2B5EF4-FFF2-40B4-BE49-F238E27FC236}">
                    <a16:creationId xmlns:a16="http://schemas.microsoft.com/office/drawing/2014/main" id="{D1DA92F1-025A-41CC-892D-006269B6C0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2" name="Freeform: Shape 71">
                <a:extLst>
                  <a:ext uri="{FF2B5EF4-FFF2-40B4-BE49-F238E27FC236}">
                    <a16:creationId xmlns:a16="http://schemas.microsoft.com/office/drawing/2014/main" id="{5B423574-AD0E-466C-A690-E3BF7ABCC0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C37E67DD-12D5-49FA-AE92-B1F4186329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3E085075-A03E-4D1C-A2BE-219D51E775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A552ECBE-4DF7-4004-80CB-33A3864DC1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BB1DFB18-112F-43BE-938F-949ACF4CE4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107EA75-B66F-478F-A9A4-8BE4090A18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3" name="Freeform: Shape 77">
                <a:extLst>
                  <a:ext uri="{FF2B5EF4-FFF2-40B4-BE49-F238E27FC236}">
                    <a16:creationId xmlns:a16="http://schemas.microsoft.com/office/drawing/2014/main" id="{B032A1FF-0163-4F65-9627-3D0E330E79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4" name="Freeform: Shape 78">
                <a:extLst>
                  <a:ext uri="{FF2B5EF4-FFF2-40B4-BE49-F238E27FC236}">
                    <a16:creationId xmlns:a16="http://schemas.microsoft.com/office/drawing/2014/main" id="{68F81DD7-3941-40F3-A5C5-1D25AD61E7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767D955C-E4A5-47E9-B07D-7C7FD8E39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5" name="Freeform: Shape 80">
                <a:extLst>
                  <a:ext uri="{FF2B5EF4-FFF2-40B4-BE49-F238E27FC236}">
                    <a16:creationId xmlns:a16="http://schemas.microsoft.com/office/drawing/2014/main" id="{331DEA5B-7DF4-4F3E-B837-7388E6701C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6" name="Freeform: Shape 81">
                <a:extLst>
                  <a:ext uri="{FF2B5EF4-FFF2-40B4-BE49-F238E27FC236}">
                    <a16:creationId xmlns:a16="http://schemas.microsoft.com/office/drawing/2014/main" id="{F640D8A9-2845-4810-99AA-3464C47FBC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C1AA428D-A610-40EA-926D-72664C6A3A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7" name="Freeform: Shape 83">
                <a:extLst>
                  <a:ext uri="{FF2B5EF4-FFF2-40B4-BE49-F238E27FC236}">
                    <a16:creationId xmlns:a16="http://schemas.microsoft.com/office/drawing/2014/main" id="{088B6BF5-3A26-476D-AF79-46892B0AEB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A0D38E94-BDA0-466A-866C-7D754B54B6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2E4807B4-64BB-4BB1-A6C7-B9F8B78FE5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8" name="Freeform: Shape 86">
                <a:extLst>
                  <a:ext uri="{FF2B5EF4-FFF2-40B4-BE49-F238E27FC236}">
                    <a16:creationId xmlns:a16="http://schemas.microsoft.com/office/drawing/2014/main" id="{AB74427A-2B27-4328-8ECD-0166E61D8A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9" name="Freeform: Shape 87">
                <a:extLst>
                  <a:ext uri="{FF2B5EF4-FFF2-40B4-BE49-F238E27FC236}">
                    <a16:creationId xmlns:a16="http://schemas.microsoft.com/office/drawing/2014/main" id="{058C6F50-4093-4240-B613-EA20F73E29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341C2F64-B446-495C-B3ED-DA19115FD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DEDDACDA-D780-49ED-88B3-AC1E6CECD3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0" name="Freeform: Shape 90">
                <a:extLst>
                  <a:ext uri="{FF2B5EF4-FFF2-40B4-BE49-F238E27FC236}">
                    <a16:creationId xmlns:a16="http://schemas.microsoft.com/office/drawing/2014/main" id="{3B6F340F-6BFF-4869-B569-850333B1C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1" name="Freeform: Shape 91">
                <a:extLst>
                  <a:ext uri="{FF2B5EF4-FFF2-40B4-BE49-F238E27FC236}">
                    <a16:creationId xmlns:a16="http://schemas.microsoft.com/office/drawing/2014/main" id="{C4FC277F-1805-46F5-8D99-EE30A5FCD1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DE3D8861-A4CB-46F2-812C-4857D1E763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5C3AD847-D9CA-4EC5-890E-21244786F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CA89CE44-4244-411C-A74F-1446D8BC13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60E6026F-2714-4620-8EE9-3C55C2D6C2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C0A828ED-45A9-4D69-975D-19CD36650C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970CBCD0-B8B7-483D-A17D-9351A1A47F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8BDEF120-B9AE-44F5-B98D-937D9C9293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A8C22314-7ABA-46AF-98F6-EA626787D8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8E57EC52-CDFD-4DC8-8C7F-DA76CBC94D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2E44CDAD-CC81-4519-A934-3E75CB58F7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D7234B76-B5E7-497F-8C9A-BEADE7D2A5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D308AC98-72DE-4623-8351-5CDBA5F858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16BCA60F-A345-4A89-8E76-8F628DE24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B712711F-FF52-40E0-8B6D-7AB132EFBB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EBB99ABA-6734-4713-A9AA-6A0613DB3D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A8DBC39A-A841-4DAD-A5EE-BAD254A4FA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E88E8002-19BD-4C58-ACEF-D092676D50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637DEA0B-D0C3-4386-B016-9012088810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1E085198-3B84-4E70-8004-5B739F0D0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1F8854E4-646B-4843-9429-2E68B3AE9A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D75E4420-1C5B-4C29-9622-F3DA7E0BFB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9099746-E839-480D-A294-3851848558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35C60C66-6A6A-42B6-82CE-9F5BCAD5FF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A85425DE-B5F8-4166-8F76-168A6E6F58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AF5E9558-8664-40E2-818A-C90536250A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620CC716-8E51-492E-95F3-7DF5778E85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7956267-D439-4A6C-8779-9864DDF69C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E566625F-0177-4163-AAC6-DD5AA3525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01580694-1781-46F9-B2C4-76F4689BAD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635D9A5-51BC-49A2-9AE2-4C8147FC5E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B6D58AC8-F8B3-4C3D-AE9F-26677AE638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53CA316E-6515-47CF-9F53-7A0EE31AFA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F8E79866-F842-47A5-8D8C-0185FD69D0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A1939D2F-E660-4CFF-BF9C-2146DD9CC1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F048F16-4CC3-406C-93A3-3CEDF31C42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BA5658A8-AB7B-409C-A206-50CDD5818C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1A4F8AC2-9FA1-4E5B-ACB2-661CAABFEE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6438DDE6-AE18-4B2A-92CE-57D6032A1C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9B002FA-1035-4DE8-8097-3675A4FB2E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699ADFD1-CBA1-4C59-A545-CA6EEAF2C4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85DDA6CB-B8BF-4E57-BF2E-5C880FAF87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6A8B2946-9D70-4DD4-B9B2-606E8F83A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C319A466-F3AE-4F1F-BD2F-77D9F148B0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C6CF0A07-A757-404E-9880-5AF3D52DE4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DD3C2686-5B08-4159-865F-1B0A72E7EB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5AAB7354-0524-4F71-83F0-35FAFA9EE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C93C7EEE-727B-4A0D-AA01-3B0893F86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7F98C909-0D3D-402C-86A1-9647DA57B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29CF4616-0FC7-4D90-97D4-47F26C31BF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A5151952-7057-44BC-B171-EC280CDD30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0CC14CA9-836E-4131-9614-CC7AF80C7A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B9227461-A59A-437A-A371-0B3DD0510E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4564435B-AE59-45CC-A733-1D61AB9A5F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24964014-4F54-4767-B2A1-1E68A49A2E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AB12DA42-BE2F-486C-A207-50F0B2A0D6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F35083CD-4EE4-48A6-BDE4-DCEB0CD087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2ACA69B4-304D-4E76-91E8-B824CC474C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05FBB8B7-7087-4F0C-8A80-BA19FA3C59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708B546A-B18E-4E08-B52F-1F1FB4515C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D083028-5844-4BA9-91D6-6066256F8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46BDB7B8-D976-4509-BB67-E960BEB6E3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1F8D90CC-4AD0-49F4-B215-61FD0A2FE8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FA255F4C-2D85-48C3-A425-B1B090100A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64D88F2F-ACB0-4172-BB9F-71ABC334DB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6102F024-AF29-4883-BE6C-52EFD0207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809DB4B0-EDB8-4635-9A3D-B48E596585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A4BB9B4-19AF-4964-8FDE-1C02C01F37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3466ACF5-678D-47AC-A8E1-250FBEA6E5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CF4BE354-56F1-4CC0-ABC3-CFA2255599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1FF6AB4A-7E14-48F4-B58E-D3BCD7F55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826A8026-2DFD-4691-81ED-CF8C6C8101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DCBE85A3-D478-4EBF-A094-768EDE80E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9B03629E-D0C6-47D9-9E55-FB00BFBAD0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7ECA1C99-3F19-4C93-9683-CDDBE2840F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6E53F2EA-BC30-4BEC-BBA5-FF485FD8B6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4FE941FB-7EBE-489D-B1D8-06BC9E2F78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4FCECFFB-D979-4814-99CC-B8C0CCE047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5218BC88-1436-4861-9108-ED5C49172D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7C43492A-8ADB-4CDA-976F-F9159DE14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448A8C4E-CD2B-4E83-895D-6B1071C5E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2315E315-11E8-4514-BE71-EEA42E2372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26C36A72-5D83-400B-9DC6-D6A4F7D365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DF388598-6DD8-4B12-8DBD-1F8933348E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42ADD8C0-C6F0-46A9-8D78-B6026B55BD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B5CC1749-FD2F-40FD-AA5A-CAFE9C6E2F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38F5A197-D6C9-4BDB-A9DE-7FFE84B351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0B6C64F3-7126-4337-9067-15A64EF535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5A902BCF-C9BF-4566-AC1E-1E91502F2B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09B1FBFF-C965-462A-9B34-D01689CAFE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C13CFECF-7502-40A2-92A6-3DBC74DF93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01280C84-683C-4088-8E3C-8A98A6749E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3747508C-3AE5-4D8D-A086-A46FDBEDEE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EEC02501-119D-4C07-AB8C-A131B125B1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8F899201-EDD3-4F1A-89A6-345290E70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225488C2-1481-42C0-AE4D-4052F7EFF7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84F224FC-B0FB-4A2E-A9BD-0F7CFB241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D04F68AF-F37B-4407-8471-E549ADCFAA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6030291B-8F7B-4D02-A35F-561C0DAA8A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3E961417-D5BB-4D51-8FD8-3402284256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133EAFF3-FE9C-4606-89F9-19982C0FE9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01882DC7-070C-47B0-B378-FA112A6CAC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BDF1B4B0-0A75-4538-A610-7272090817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6E4AD28E-F206-45E2-9B00-A2E68FFB43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735023C8-4EFD-461A-8FFD-C78035856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7FFEB6B5-C11C-4B5F-BCC4-C86C5659E6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570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8F2FD1-1EFC-D593-5FDB-A0EBF49D5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088" y="565739"/>
            <a:ext cx="9745883" cy="1124949"/>
          </a:xfrm>
        </p:spPr>
        <p:txBody>
          <a:bodyPr>
            <a:normAutofit/>
          </a:bodyPr>
          <a:lstStyle/>
          <a:p>
            <a:r>
              <a:rPr lang="nl-BE"/>
              <a:t>Componenten</a:t>
            </a:r>
            <a:endParaRPr lang="en-BE" dirty="0"/>
          </a:p>
        </p:txBody>
      </p:sp>
      <p:sp>
        <p:nvSpPr>
          <p:cNvPr id="43" name="Freeform: Shape 10">
            <a:extLst>
              <a:ext uri="{FF2B5EF4-FFF2-40B4-BE49-F238E27FC236}">
                <a16:creationId xmlns:a16="http://schemas.microsoft.com/office/drawing/2014/main" id="{AAD42DD4-86F6-4FD2-869F-32D35E310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81037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5744 h 274629"/>
              <a:gd name="connsiteX2" fmla="*/ 924829 w 1170294"/>
              <a:gd name="connsiteY2" fmla="*/ 0 h 274629"/>
              <a:gd name="connsiteX3" fmla="*/ 1170294 w 1170294"/>
              <a:gd name="connsiteY3" fmla="*/ 24546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577 h 274629"/>
              <a:gd name="connsiteX11" fmla="*/ 215168 w 1170294"/>
              <a:gd name="connsiteY11" fmla="*/ 23574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44" name="Freeform: Shape 12">
            <a:extLst>
              <a:ext uri="{FF2B5EF4-FFF2-40B4-BE49-F238E27FC236}">
                <a16:creationId xmlns:a16="http://schemas.microsoft.com/office/drawing/2014/main" id="{4C36B8C5-0DEB-41B5-911D-572E2E835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16069"/>
            <a:ext cx="1170294" cy="274629"/>
          </a:xfrm>
          <a:custGeom>
            <a:avLst/>
            <a:gdLst>
              <a:gd name="connsiteX0" fmla="*/ 453342 w 1170294"/>
              <a:gd name="connsiteY0" fmla="*/ 0 h 274629"/>
              <a:gd name="connsiteX1" fmla="*/ 689085 w 1170294"/>
              <a:gd name="connsiteY1" fmla="*/ 238174 h 274629"/>
              <a:gd name="connsiteX2" fmla="*/ 924829 w 1170294"/>
              <a:gd name="connsiteY2" fmla="*/ 0 h 274629"/>
              <a:gd name="connsiteX3" fmla="*/ 1170294 w 1170294"/>
              <a:gd name="connsiteY3" fmla="*/ 247895 h 274629"/>
              <a:gd name="connsiteX4" fmla="*/ 1153282 w 1170294"/>
              <a:gd name="connsiteY4" fmla="*/ 264908 h 274629"/>
              <a:gd name="connsiteX5" fmla="*/ 924829 w 1170294"/>
              <a:gd name="connsiteY5" fmla="*/ 38885 h 274629"/>
              <a:gd name="connsiteX6" fmla="*/ 689085 w 1170294"/>
              <a:gd name="connsiteY6" fmla="*/ 274629 h 274629"/>
              <a:gd name="connsiteX7" fmla="*/ 453342 w 1170294"/>
              <a:gd name="connsiteY7" fmla="*/ 38885 h 274629"/>
              <a:gd name="connsiteX8" fmla="*/ 215168 w 1170294"/>
              <a:gd name="connsiteY8" fmla="*/ 274629 h 274629"/>
              <a:gd name="connsiteX9" fmla="*/ 0 w 1170294"/>
              <a:gd name="connsiteY9" fmla="*/ 59462 h 274629"/>
              <a:gd name="connsiteX10" fmla="*/ 0 w 1170294"/>
              <a:gd name="connsiteY10" fmla="*/ 20789 h 274629"/>
              <a:gd name="connsiteX11" fmla="*/ 215168 w 1170294"/>
              <a:gd name="connsiteY11" fmla="*/ 238174 h 274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70294" h="274629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D1FF148-6725-4278-A9A8-A9A6A3F26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90389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247507B-4D21-4FF7-B49C-239309CF2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90389" y="4752208"/>
            <a:ext cx="365021" cy="36502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7" name="Content Placeholder 2">
            <a:extLst>
              <a:ext uri="{FF2B5EF4-FFF2-40B4-BE49-F238E27FC236}">
                <a16:creationId xmlns:a16="http://schemas.microsoft.com/office/drawing/2014/main" id="{F9933345-E8FA-61BF-C1FA-001ABAA686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66581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96442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466" name="Freeform: Shape 433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: Shape 434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: Shape 435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: Shape 436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" name="Freeform: Shape 437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71" name="Oval 470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72" name="Rectangle 471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3" name="Graphic 38">
            <a:extLst>
              <a:ext uri="{FF2B5EF4-FFF2-40B4-BE49-F238E27FC236}">
                <a16:creationId xmlns:a16="http://schemas.microsoft.com/office/drawing/2014/main" id="{5ECDEC52-15F3-49DD-BCBA-A0533E540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87475" y="341125"/>
            <a:ext cx="1910252" cy="709660"/>
            <a:chOff x="2267504" y="2540250"/>
            <a:chExt cx="1990951" cy="739640"/>
          </a:xfrm>
          <a:solidFill>
            <a:schemeClr val="tx1"/>
          </a:solidFill>
        </p:grpSpPr>
        <p:sp>
          <p:nvSpPr>
            <p:cNvPr id="474" name="Freeform: Shape 444">
              <a:extLst>
                <a:ext uri="{FF2B5EF4-FFF2-40B4-BE49-F238E27FC236}">
                  <a16:creationId xmlns:a16="http://schemas.microsoft.com/office/drawing/2014/main" id="{9EE397E3-43A2-4524-8550-ADE3AE3AB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45">
              <a:extLst>
                <a:ext uri="{FF2B5EF4-FFF2-40B4-BE49-F238E27FC236}">
                  <a16:creationId xmlns:a16="http://schemas.microsoft.com/office/drawing/2014/main" id="{45F6E3BF-04CB-4B08-A2F8-180577714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76" name="Graphic 38">
            <a:extLst>
              <a:ext uri="{FF2B5EF4-FFF2-40B4-BE49-F238E27FC236}">
                <a16:creationId xmlns:a16="http://schemas.microsoft.com/office/drawing/2014/main" id="{4D91CBDC-3A55-4B80-A109-4C758ADF1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87475" y="341125"/>
            <a:ext cx="1910252" cy="709660"/>
            <a:chOff x="2267504" y="2540250"/>
            <a:chExt cx="1990951" cy="739640"/>
          </a:xfrm>
          <a:solidFill>
            <a:schemeClr val="tx1">
              <a:alpha val="20000"/>
            </a:schemeClr>
          </a:solidFill>
        </p:grpSpPr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3C055BDD-DCD4-4802-84CF-7D2D87FBE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49">
              <a:extLst>
                <a:ext uri="{FF2B5EF4-FFF2-40B4-BE49-F238E27FC236}">
                  <a16:creationId xmlns:a16="http://schemas.microsoft.com/office/drawing/2014/main" id="{0D6F64A9-E879-4869-946F-1814184EE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4478CD8A-FF59-40AD-8101-D685A2FEF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8555" y="1289904"/>
            <a:ext cx="5145145" cy="4483168"/>
            <a:chOff x="1674895" y="1345036"/>
            <a:chExt cx="5428610" cy="4210939"/>
          </a:xfrm>
        </p:grpSpPr>
        <p:sp>
          <p:nvSpPr>
            <p:cNvPr id="479" name="Rectangle 478">
              <a:extLst>
                <a:ext uri="{FF2B5EF4-FFF2-40B4-BE49-F238E27FC236}">
                  <a16:creationId xmlns:a16="http://schemas.microsoft.com/office/drawing/2014/main" id="{F5134B80-595D-48FB-B98E-C3A6E0944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0" name="Rectangle 479">
              <a:extLst>
                <a:ext uri="{FF2B5EF4-FFF2-40B4-BE49-F238E27FC236}">
                  <a16:creationId xmlns:a16="http://schemas.microsoft.com/office/drawing/2014/main" id="{A59362DC-121F-433C-B156-4C6BA71802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456" name="Rectangle 455">
            <a:extLst>
              <a:ext uri="{FF2B5EF4-FFF2-40B4-BE49-F238E27FC236}">
                <a16:creationId xmlns:a16="http://schemas.microsoft.com/office/drawing/2014/main" id="{B410157D-B333-4FC1-952E-FB1E4A1F8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699" y="1187311"/>
            <a:ext cx="5089552" cy="4483379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320170-D1AC-7C97-7040-329A9A47F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12" y="1827504"/>
            <a:ext cx="3624471" cy="25778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br>
              <a:rPr lang="en-US" sz="2800" b="1" cap="all" spc="1500" dirty="0">
                <a:ea typeface="Source Sans Pro SemiBold" panose="020B0603030403020204" pitchFamily="34" charset="0"/>
              </a:rPr>
            </a:br>
            <a:r>
              <a:rPr lang="en-US" sz="2800" b="1" cap="all" spc="1500" dirty="0">
                <a:ea typeface="Source Sans Pro SemiBold" panose="020B0603030403020204" pitchFamily="34" charset="0"/>
              </a:rPr>
              <a:t>Schema’s Hardware</a:t>
            </a:r>
          </a:p>
        </p:txBody>
      </p:sp>
      <p:sp>
        <p:nvSpPr>
          <p:cNvPr id="458" name="Oval 457">
            <a:extLst>
              <a:ext uri="{FF2B5EF4-FFF2-40B4-BE49-F238E27FC236}">
                <a16:creationId xmlns:a16="http://schemas.microsoft.com/office/drawing/2014/main" id="{DFE66D7D-ABDD-4F6B-A637-3A3A2ACE1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307" y="4580404"/>
            <a:ext cx="406409" cy="40640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0" name="Oval 459">
            <a:extLst>
              <a:ext uri="{FF2B5EF4-FFF2-40B4-BE49-F238E27FC236}">
                <a16:creationId xmlns:a16="http://schemas.microsoft.com/office/drawing/2014/main" id="{2D1AF5D9-E67F-4DB6-8615-293D22495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5307" y="4580404"/>
            <a:ext cx="406409" cy="406409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EF4573-3205-87A7-3C1B-2300593D2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403" y="135178"/>
            <a:ext cx="5664628" cy="2903122"/>
          </a:xfrm>
          <a:prstGeom prst="rect">
            <a:avLst/>
          </a:prstGeom>
        </p:spPr>
      </p:pic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DA8EBFD5-EFC8-8B65-E93E-8ED8D6FF3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403" y="3038300"/>
            <a:ext cx="5664628" cy="368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4B28A-DA1E-1B25-DC37-A2294DBDC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PCB</a:t>
            </a:r>
            <a:endParaRPr lang="en-B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5F9015-A65C-8C3F-91E8-10FBAB610F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966" y="1036631"/>
            <a:ext cx="5560067" cy="5259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41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0" name="Rectangle 38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2" name="Freeform: Shape 391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94" name="Freeform: Shape 393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96" name="Freeform: Shape 395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98" name="Freeform: Shape 397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C443BB-6250-4C15-4D5B-61C6A85EB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7053" y="687800"/>
            <a:ext cx="4834021" cy="1314996"/>
          </a:xfrm>
        </p:spPr>
        <p:txBody>
          <a:bodyPr anchor="b">
            <a:normAutofit/>
          </a:bodyPr>
          <a:lstStyle/>
          <a:p>
            <a:r>
              <a:rPr lang="nl-BE" dirty="0"/>
              <a:t>Hardware Fouten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2E338-B0C4-0BE1-30D3-BF664E4FE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1854" y="2125737"/>
            <a:ext cx="4834021" cy="4044463"/>
          </a:xfrm>
        </p:spPr>
        <p:txBody>
          <a:bodyPr>
            <a:normAutofit/>
          </a:bodyPr>
          <a:lstStyle/>
          <a:p>
            <a:r>
              <a:rPr lang="nl-BE" dirty="0"/>
              <a:t>Flash paden</a:t>
            </a:r>
          </a:p>
          <a:p>
            <a:r>
              <a:rPr lang="nl-BE" dirty="0"/>
              <a:t>Spanning Flash</a:t>
            </a:r>
          </a:p>
          <a:p>
            <a:r>
              <a:rPr lang="nl-BE" dirty="0"/>
              <a:t>Spanning UART bridge</a:t>
            </a:r>
          </a:p>
          <a:p>
            <a:r>
              <a:rPr lang="nl-BE" dirty="0"/>
              <a:t>Connecties solderen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61DB5A-78E0-785E-0E56-EFF683608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6" r="7976" b="2"/>
          <a:stretch>
            <a:fillRect/>
          </a:stretch>
        </p:blipFill>
        <p:spPr>
          <a:xfrm>
            <a:off x="7235483" y="1200223"/>
            <a:ext cx="4072805" cy="4072815"/>
          </a:xfrm>
          <a:prstGeom prst="rect">
            <a:avLst/>
          </a:prstGeom>
        </p:spPr>
      </p:pic>
      <p:grpSp>
        <p:nvGrpSpPr>
          <p:cNvPr id="400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6225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A638C7D-9088-41A9-88A0-7357157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31180" y="1109243"/>
            <a:ext cx="4842710" cy="4842710"/>
            <a:chOff x="1881974" y="1174396"/>
            <a:chExt cx="5290997" cy="5290997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714B173-1D32-4BBC-A685-1F5D257AB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EF82DD1-2343-4F41-B6A7-A6489A713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50" name="Oval 4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270" y="1095407"/>
            <a:ext cx="4754948" cy="4754948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E0C778-5713-28E6-F9BB-F0E1123D4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751" y="568517"/>
            <a:ext cx="6161004" cy="8863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cap="all" spc="1500"/>
              <a:t>Flash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F219210-B16A-47B6-9AA8-207DAFF37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tx1"/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4" name="Picture 14">
            <a:extLst>
              <a:ext uri="{FF2B5EF4-FFF2-40B4-BE49-F238E27FC236}">
                <a16:creationId xmlns:a16="http://schemas.microsoft.com/office/drawing/2014/main" id="{E0DDBC13-45F4-FCFD-7C11-4E5861B14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06" t="51168" r="7976" b="2"/>
          <a:stretch>
            <a:fillRect/>
          </a:stretch>
        </p:blipFill>
        <p:spPr>
          <a:xfrm>
            <a:off x="1778323" y="1864214"/>
            <a:ext cx="2958841" cy="3217333"/>
          </a:xfrm>
          <a:prstGeom prst="rect">
            <a:avLst/>
          </a:prstGeom>
        </p:spPr>
      </p:pic>
      <p:grpSp>
        <p:nvGrpSpPr>
          <p:cNvPr id="56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Tekstvak 4">
            <a:extLst>
              <a:ext uri="{FF2B5EF4-FFF2-40B4-BE49-F238E27FC236}">
                <a16:creationId xmlns:a16="http://schemas.microsoft.com/office/drawing/2014/main" id="{54829EBB-60F8-91FB-4EF6-3C6BB803B4FE}"/>
              </a:ext>
            </a:extLst>
          </p:cNvPr>
          <p:cNvSpPr txBox="1"/>
          <p:nvPr/>
        </p:nvSpPr>
        <p:spPr>
          <a:xfrm>
            <a:off x="6234868" y="1820369"/>
            <a:ext cx="52171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Paden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Spanning</a:t>
            </a:r>
          </a:p>
        </p:txBody>
      </p:sp>
    </p:spTree>
    <p:extLst>
      <p:ext uri="{BB962C8B-B14F-4D97-AF65-F5344CB8AC3E}">
        <p14:creationId xmlns:p14="http://schemas.microsoft.com/office/powerpoint/2010/main" val="3458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6615AF-A1EC-E4EB-016D-F67D8F33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Spanning UART bridge</a:t>
            </a:r>
            <a:endParaRPr lang="nl-BE" dirty="0"/>
          </a:p>
        </p:txBody>
      </p:sp>
      <p:pic>
        <p:nvPicPr>
          <p:cNvPr id="5" name="Tijdelijke aanduiding voor inhoud 4" descr="The image shows a circuit board with various components and labels, including capacitors (C12, C17Cvdl, C16), transistors (C2, T R9), and an antenna (ANTI).&#10;&#10;Door AI gegenereerde inhoud is mogelijk onjuist.">
            <a:extLst>
              <a:ext uri="{FF2B5EF4-FFF2-40B4-BE49-F238E27FC236}">
                <a16:creationId xmlns:a16="http://schemas.microsoft.com/office/drawing/2014/main" id="{17AB67C5-830D-D3DF-D16D-A6D4C4CFA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2" t="28442" r="12952" b="42488"/>
          <a:stretch>
            <a:fillRect/>
          </a:stretch>
        </p:blipFill>
        <p:spPr>
          <a:xfrm>
            <a:off x="7840980" y="472439"/>
            <a:ext cx="3176987" cy="2623783"/>
          </a:xfrm>
          <a:prstGeom prst="rect">
            <a:avLst/>
          </a:prstGeom>
        </p:spPr>
      </p:pic>
      <p:pic>
        <p:nvPicPr>
          <p:cNvPr id="7" name="Afbeelding 6" descr="The image shows a circuit board with visible components and connections, and a small, greenish area near the bottom right corner.&#10;&#10;Door AI gegenereerde inhoud is mogelijk onjuist.">
            <a:extLst>
              <a:ext uri="{FF2B5EF4-FFF2-40B4-BE49-F238E27FC236}">
                <a16:creationId xmlns:a16="http://schemas.microsoft.com/office/drawing/2014/main" id="{D1498EDE-3216-879F-E11F-5FC0F61D38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78" r="6741" b="17889"/>
          <a:stretch>
            <a:fillRect/>
          </a:stretch>
        </p:blipFill>
        <p:spPr>
          <a:xfrm>
            <a:off x="7940040" y="3541496"/>
            <a:ext cx="2758440" cy="2699283"/>
          </a:xfrm>
          <a:prstGeom prst="rect">
            <a:avLst/>
          </a:prstGeom>
        </p:spPr>
      </p:pic>
      <p:sp>
        <p:nvSpPr>
          <p:cNvPr id="11" name="Pijl: rechts 10">
            <a:extLst>
              <a:ext uri="{FF2B5EF4-FFF2-40B4-BE49-F238E27FC236}">
                <a16:creationId xmlns:a16="http://schemas.microsoft.com/office/drawing/2014/main" id="{AD5308CC-9C00-01BA-27F6-E1595BD69106}"/>
              </a:ext>
            </a:extLst>
          </p:cNvPr>
          <p:cNvSpPr/>
          <p:nvPr/>
        </p:nvSpPr>
        <p:spPr>
          <a:xfrm rot="534837">
            <a:off x="5497001" y="4010383"/>
            <a:ext cx="4461772" cy="2122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3A54EAF1-7544-2E1B-121F-1CF48E76E825}"/>
              </a:ext>
            </a:extLst>
          </p:cNvPr>
          <p:cNvSpPr/>
          <p:nvPr/>
        </p:nvSpPr>
        <p:spPr>
          <a:xfrm>
            <a:off x="1482665" y="2085463"/>
            <a:ext cx="2671969" cy="132556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ECBE2D07-CCA9-45F4-E248-87BC25E27FBC}"/>
              </a:ext>
            </a:extLst>
          </p:cNvPr>
          <p:cNvSpPr/>
          <p:nvPr/>
        </p:nvSpPr>
        <p:spPr>
          <a:xfrm>
            <a:off x="4131917" y="3096222"/>
            <a:ext cx="1744097" cy="4935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Pijl: rechts 11">
            <a:extLst>
              <a:ext uri="{FF2B5EF4-FFF2-40B4-BE49-F238E27FC236}">
                <a16:creationId xmlns:a16="http://schemas.microsoft.com/office/drawing/2014/main" id="{73F2A551-9CA0-20D9-7E2A-E151405A7BED}"/>
              </a:ext>
            </a:extLst>
          </p:cNvPr>
          <p:cNvSpPr/>
          <p:nvPr/>
        </p:nvSpPr>
        <p:spPr>
          <a:xfrm rot="20147010">
            <a:off x="5280899" y="2169095"/>
            <a:ext cx="3425260" cy="2349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CAE805C1-3569-9ED8-5361-74CA1FD2CF2B}"/>
              </a:ext>
            </a:extLst>
          </p:cNvPr>
          <p:cNvSpPr txBox="1"/>
          <p:nvPr/>
        </p:nvSpPr>
        <p:spPr>
          <a:xfrm>
            <a:off x="4097368" y="3142076"/>
            <a:ext cx="18343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Traces</a:t>
            </a:r>
            <a:r>
              <a:rPr lang="nl-NL" dirty="0"/>
              <a:t> gesneden</a:t>
            </a:r>
          </a:p>
          <a:p>
            <a:endParaRPr lang="nl-NL" dirty="0"/>
          </a:p>
          <a:p>
            <a:endParaRPr lang="nl-BE" dirty="0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9A64326A-CEE0-7996-1BD2-CE8287533478}"/>
              </a:ext>
            </a:extLst>
          </p:cNvPr>
          <p:cNvSpPr txBox="1"/>
          <p:nvPr/>
        </p:nvSpPr>
        <p:spPr>
          <a:xfrm>
            <a:off x="1650585" y="2286580"/>
            <a:ext cx="25040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Een </a:t>
            </a:r>
            <a:r>
              <a:rPr lang="nl-NL" dirty="0" err="1"/>
              <a:t>brugeske</a:t>
            </a:r>
            <a:r>
              <a:rPr lang="nl-NL" dirty="0"/>
              <a:t> gemaakt om 3.3V op de correcte paden te zetten</a:t>
            </a:r>
            <a:endParaRPr lang="nl-BE" dirty="0"/>
          </a:p>
        </p:txBody>
      </p:sp>
      <p:sp>
        <p:nvSpPr>
          <p:cNvPr id="27" name="Pijl: rechts 26">
            <a:extLst>
              <a:ext uri="{FF2B5EF4-FFF2-40B4-BE49-F238E27FC236}">
                <a16:creationId xmlns:a16="http://schemas.microsoft.com/office/drawing/2014/main" id="{4453FFD8-39F2-01E4-A0E1-B138C14A7D72}"/>
              </a:ext>
            </a:extLst>
          </p:cNvPr>
          <p:cNvSpPr/>
          <p:nvPr/>
        </p:nvSpPr>
        <p:spPr>
          <a:xfrm rot="20748637">
            <a:off x="4082072" y="2165762"/>
            <a:ext cx="5011922" cy="217109"/>
          </a:xfrm>
          <a:prstGeom prst="rightArrow">
            <a:avLst>
              <a:gd name="adj1" fmla="val 46102"/>
              <a:gd name="adj2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13313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3DD2A7-EBDB-83F3-C693-DEA97232A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435" y="1379083"/>
            <a:ext cx="4203323" cy="29027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400" b="1" cap="all" spc="1500">
                <a:ea typeface="Source Sans Pro SemiBold" panose="020B0603030403020204" pitchFamily="34" charset="0"/>
              </a:rPr>
              <a:t>BlokSchema Software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D8E00FA-5561-4253-B903-92B49719E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11971" y="858936"/>
            <a:ext cx="693403" cy="693403"/>
            <a:chOff x="5211971" y="858936"/>
            <a:chExt cx="693403" cy="693403"/>
          </a:xfrm>
        </p:grpSpPr>
        <p:sp>
          <p:nvSpPr>
            <p:cNvPr id="36" name="Graphic 212">
              <a:extLst>
                <a:ext uri="{FF2B5EF4-FFF2-40B4-BE49-F238E27FC236}">
                  <a16:creationId xmlns:a16="http://schemas.microsoft.com/office/drawing/2014/main" id="{A753B935-E3DD-466D-BFAC-68E0BE02D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11971" y="858936"/>
              <a:ext cx="693403" cy="693403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7" name="Graphic 212">
              <a:extLst>
                <a:ext uri="{FF2B5EF4-FFF2-40B4-BE49-F238E27FC236}">
                  <a16:creationId xmlns:a16="http://schemas.microsoft.com/office/drawing/2014/main" id="{FB034F26-4148-4B59-B493-14D7A9A8B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11971" y="858936"/>
              <a:ext cx="693403" cy="693403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3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1" name="Tijdelijke aanduiding voor inhoud 10" descr="The diagram illustrates a system configuration for a GSM-Hotspot, ESP32-S3, featuring WiFi, an HTTP webserver, and various interconnected services including web requests, status monitoring, RPCs, LED control, and a web page display.&#10;&#10;Door AI gegenereerde inhoud is mogelijk onjuist.">
            <a:extLst>
              <a:ext uri="{FF2B5EF4-FFF2-40B4-BE49-F238E27FC236}">
                <a16:creationId xmlns:a16="http://schemas.microsoft.com/office/drawing/2014/main" id="{B61A014C-50F8-21C1-9649-FF0911025E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65" t="19828" r="29127" b="16043"/>
          <a:stretch>
            <a:fillRect/>
          </a:stretch>
        </p:blipFill>
        <p:spPr>
          <a:xfrm>
            <a:off x="6523337" y="1156500"/>
            <a:ext cx="5320580" cy="45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312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7C98-39DD-F41A-24AA-BC61D6E50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Software Fouten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ADE9B-61D1-E911-8B69-312D6F8C6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Met onze PCB: No </a:t>
            </a:r>
            <a:r>
              <a:rPr lang="nl-NL" dirty="0" err="1"/>
              <a:t>serial</a:t>
            </a:r>
            <a:r>
              <a:rPr lang="nl-NL" dirty="0"/>
              <a:t> data </a:t>
            </a:r>
            <a:r>
              <a:rPr lang="nl-NL" dirty="0" err="1"/>
              <a:t>received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/>
              <a:t>Met de </a:t>
            </a:r>
            <a:r>
              <a:rPr lang="nl-NL" dirty="0" err="1"/>
              <a:t>DevKit</a:t>
            </a:r>
            <a:r>
              <a:rPr lang="nl-NL" dirty="0"/>
              <a:t>: </a:t>
            </a:r>
          </a:p>
          <a:p>
            <a:pPr lvl="1"/>
            <a:r>
              <a:rPr lang="nl-NL" dirty="0" err="1"/>
              <a:t>Invalid</a:t>
            </a:r>
            <a:r>
              <a:rPr lang="nl-NL" dirty="0"/>
              <a:t> </a:t>
            </a:r>
            <a:r>
              <a:rPr lang="nl-NL" dirty="0" err="1"/>
              <a:t>head</a:t>
            </a:r>
            <a:r>
              <a:rPr lang="nl-NL" dirty="0"/>
              <a:t> of </a:t>
            </a:r>
            <a:r>
              <a:rPr lang="nl-NL" dirty="0" err="1"/>
              <a:t>packet</a:t>
            </a:r>
            <a:r>
              <a:rPr lang="nl-NL" dirty="0"/>
              <a:t> =&gt; Te hoge </a:t>
            </a:r>
            <a:r>
              <a:rPr lang="nl-NL" dirty="0" err="1"/>
              <a:t>Baudrate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Verkeerde </a:t>
            </a:r>
            <a:r>
              <a:rPr lang="nl-NL" dirty="0" err="1"/>
              <a:t>subnet</a:t>
            </a:r>
            <a:r>
              <a:rPr lang="nl-NL" dirty="0"/>
              <a:t> gekozen.</a:t>
            </a:r>
          </a:p>
        </p:txBody>
      </p:sp>
    </p:spTree>
    <p:extLst>
      <p:ext uri="{BB962C8B-B14F-4D97-AF65-F5344CB8AC3E}">
        <p14:creationId xmlns:p14="http://schemas.microsoft.com/office/powerpoint/2010/main" val="841831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6452F-FE52-CD9B-AC5E-04FC2849B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252" y="633046"/>
            <a:ext cx="4463623" cy="1314996"/>
          </a:xfrm>
        </p:spPr>
        <p:txBody>
          <a:bodyPr anchor="b">
            <a:normAutofit/>
          </a:bodyPr>
          <a:lstStyle/>
          <a:p>
            <a:r>
              <a:rPr lang="nl-BE" dirty="0"/>
              <a:t>Budget</a:t>
            </a:r>
            <a:endParaRPr lang="en-BE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EEE75-CDAB-5888-FE2C-34539769C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252" y="2125737"/>
            <a:ext cx="4463623" cy="4044463"/>
          </a:xfrm>
        </p:spPr>
        <p:txBody>
          <a:bodyPr>
            <a:normAutofit/>
          </a:bodyPr>
          <a:lstStyle/>
          <a:p>
            <a:r>
              <a:rPr lang="nl-BE"/>
              <a:t>Gepland</a:t>
            </a:r>
          </a:p>
          <a:p>
            <a:pPr lvl="1"/>
            <a:r>
              <a:rPr lang="nl-BE" dirty="0"/>
              <a:t>€100-€150</a:t>
            </a:r>
            <a:endParaRPr lang="nl-BE"/>
          </a:p>
          <a:p>
            <a:r>
              <a:rPr lang="nl-BE"/>
              <a:t>Werkelijkheid</a:t>
            </a:r>
          </a:p>
          <a:p>
            <a:pPr lvl="1"/>
            <a:r>
              <a:rPr lang="nl-BE"/>
              <a:t>Componenten: €110-120</a:t>
            </a:r>
          </a:p>
          <a:p>
            <a:pPr lvl="1"/>
            <a:r>
              <a:rPr lang="nl-BE"/>
              <a:t>PCB: €60</a:t>
            </a:r>
          </a:p>
          <a:p>
            <a:pPr lvl="1"/>
            <a:endParaRPr lang="en-BE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C8019B-3985-409B-9B87-494B974EE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85A4DB3-61AA-49A1-85A9-B3397CD51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Close-up of illuminated circuit board">
            <a:extLst>
              <a:ext uri="{FF2B5EF4-FFF2-40B4-BE49-F238E27FC236}">
                <a16:creationId xmlns:a16="http://schemas.microsoft.com/office/drawing/2014/main" id="{239D2AAC-5F06-6384-E4E5-FB4BF0962B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77" r="17425" b="2"/>
          <a:stretch>
            <a:fillRect/>
          </a:stretch>
        </p:blipFill>
        <p:spPr>
          <a:xfrm>
            <a:off x="7020480" y="871280"/>
            <a:ext cx="4415738" cy="4415738"/>
          </a:xfrm>
          <a:custGeom>
            <a:avLst/>
            <a:gdLst/>
            <a:ahLst/>
            <a:cxnLst/>
            <a:rect l="l" t="t" r="r" b="b"/>
            <a:pathLst>
              <a:path w="2452978" h="2452978">
                <a:moveTo>
                  <a:pt x="1226489" y="0"/>
                </a:moveTo>
                <a:cubicBezTo>
                  <a:pt x="1903860" y="0"/>
                  <a:pt x="2452978" y="549118"/>
                  <a:pt x="2452978" y="1226489"/>
                </a:cubicBezTo>
                <a:cubicBezTo>
                  <a:pt x="2452978" y="1903860"/>
                  <a:pt x="1903860" y="2452978"/>
                  <a:pt x="1226489" y="2452978"/>
                </a:cubicBezTo>
                <a:cubicBezTo>
                  <a:pt x="549118" y="2452978"/>
                  <a:pt x="0" y="1903860"/>
                  <a:pt x="0" y="1226489"/>
                </a:cubicBezTo>
                <a:cubicBezTo>
                  <a:pt x="0" y="549118"/>
                  <a:pt x="549118" y="0"/>
                  <a:pt x="1226489" y="0"/>
                </a:cubicBezTo>
                <a:close/>
              </a:path>
            </a:pathLst>
          </a:custGeom>
        </p:spPr>
      </p:pic>
      <p:grpSp>
        <p:nvGrpSpPr>
          <p:cNvPr id="23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7547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A1274F-9232-42BF-B9FE-B95EA14CF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2456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E5AF1D6-62CC-4988-9174-993F112DC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6429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BA9E676-A8FC-4C2F-8D78-C13ED8ABD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782347" cy="2943932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ECD79B5-5FC5-495F-BFD6-346C16E78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5207" y="4529611"/>
            <a:ext cx="2426793" cy="2328389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2D9D048-3063-435A-8C23-26C1907E9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1898" y="819446"/>
            <a:ext cx="8751370" cy="5402463"/>
          </a:xfrm>
          <a:prstGeom prst="rect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20315" y="727769"/>
            <a:ext cx="8751370" cy="5402463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6D24F4-4977-A35F-A12A-490A3DB5D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6765" y="1159934"/>
            <a:ext cx="6418471" cy="3028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cap="all" spc="1500">
                <a:ea typeface="Source Sans Pro SemiBold" panose="020B0603030403020204" pitchFamily="34" charset="0"/>
              </a:rPr>
              <a:t>Conclusie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6C541AE-9B02-44C0-B8C6-B2DEA7ED3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9446" y="4786746"/>
            <a:ext cx="620727" cy="620727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63838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DarkVTI">
  <a:themeElements>
    <a:clrScheme name="Custom 4">
      <a:dk1>
        <a:srgbClr val="FFFFFF"/>
      </a:dk1>
      <a:lt1>
        <a:srgbClr val="000000"/>
      </a:lt1>
      <a:dk2>
        <a:srgbClr val="F3FFF8"/>
      </a:dk2>
      <a:lt2>
        <a:srgbClr val="2D2D2D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DarkVTI" id="{84637DF0-7D2D-4F20-816C-4D6C45F3FAF2}" vid="{0EF594EE-C33F-480F-80E7-D4F74C1C30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</Words>
  <Application>Microsoft Office PowerPoint</Application>
  <PresentationFormat>Breedbeeld</PresentationFormat>
  <Paragraphs>82</Paragraphs>
  <Slides>12</Slides>
  <Notes>12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7" baseType="lpstr">
      <vt:lpstr>Arial</vt:lpstr>
      <vt:lpstr>Calibri</vt:lpstr>
      <vt:lpstr>Source Sans Pro</vt:lpstr>
      <vt:lpstr>Source Sans Pro SemiBold</vt:lpstr>
      <vt:lpstr>FunkyShapesDarkVTI</vt:lpstr>
      <vt:lpstr>PE1 – Shelly Hub</vt:lpstr>
      <vt:lpstr>Idee</vt:lpstr>
      <vt:lpstr>Componenten</vt:lpstr>
      <vt:lpstr> Schema’s Hardware</vt:lpstr>
      <vt:lpstr>PCB</vt:lpstr>
      <vt:lpstr>Hardware Fouten</vt:lpstr>
      <vt:lpstr>Flash</vt:lpstr>
      <vt:lpstr>Spanning UART bridge</vt:lpstr>
      <vt:lpstr>BlokSchema Software</vt:lpstr>
      <vt:lpstr>Software Fouten</vt:lpstr>
      <vt:lpstr>Budget</vt:lpstr>
      <vt:lpstr>Conclusie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Toon Dergent</dc:creator>
  <cp:lastModifiedBy>Mateusz Kidrycki</cp:lastModifiedBy>
  <cp:revision>1</cp:revision>
  <dcterms:created xsi:type="dcterms:W3CDTF">2026-05-20T07:56:59Z</dcterms:created>
  <dcterms:modified xsi:type="dcterms:W3CDTF">2026-05-24T15:42:55Z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2026-05-20T07:57:09Z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2849d78d-ed84-431f-9eab-caedefc8c76a</vt:lpwstr>
  </property>
  <property fmtid="{D5CDD505-2E9C-101B-9397-08002B2CF9AE}" pid="8" name="MSIP_Label_c337be75-dfbb-4261-9834-ac247c7dde13_ContentBits">
    <vt:lpwstr>0</vt:lpwstr>
  </property>
  <property fmtid="{D5CDD505-2E9C-101B-9397-08002B2CF9AE}" pid="9" name="MSIP_Label_c337be75-dfbb-4261-9834-ac247c7dde13_Tag">
    <vt:lpwstr>10, 3, 0, 1</vt:lpwstr>
  </property>
</Properties>
</file>