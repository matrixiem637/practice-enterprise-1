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2" r:id="rId1"/>
  </p:sldMasterIdLst>
  <p:sldIdLst>
    <p:sldId id="256" r:id="rId2"/>
  </p:sldIdLst>
  <p:sldSz cx="12192000" cy="6858000"/>
  <p:notesSz cx="6858000" cy="9144000"/>
  <p:defaultTextStyle>
    <a:defPPr>
      <a:defRPr lang="en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60" y="42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on Dergent" userId="9cfdfa7a-c8f0-4020-9307-91f8354f3f6b" providerId="ADAL" clId="{2A64CEAC-3320-4639-96BD-CFB820E957F9}"/>
    <pc:docChg chg="custSel mod addSld modSld">
      <pc:chgData name="Toon Dergent" userId="9cfdfa7a-c8f0-4020-9307-91f8354f3f6b" providerId="ADAL" clId="{2A64CEAC-3320-4639-96BD-CFB820E957F9}" dt="2026-05-20T08:10:34.690" v="45" actId="1076"/>
      <pc:docMkLst>
        <pc:docMk/>
      </pc:docMkLst>
      <pc:sldChg chg="addSp modSp new mod">
        <pc:chgData name="Toon Dergent" userId="9cfdfa7a-c8f0-4020-9307-91f8354f3f6b" providerId="ADAL" clId="{2A64CEAC-3320-4639-96BD-CFB820E957F9}" dt="2026-05-20T08:10:34.690" v="45" actId="1076"/>
        <pc:sldMkLst>
          <pc:docMk/>
          <pc:sldMk cId="3939529770" sldId="256"/>
        </pc:sldMkLst>
        <pc:spChg chg="mod">
          <ac:chgData name="Toon Dergent" userId="9cfdfa7a-c8f0-4020-9307-91f8354f3f6b" providerId="ADAL" clId="{2A64CEAC-3320-4639-96BD-CFB820E957F9}" dt="2026-05-20T08:10:03.149" v="18" actId="20577"/>
          <ac:spMkLst>
            <pc:docMk/>
            <pc:sldMk cId="3939529770" sldId="256"/>
            <ac:spMk id="2" creationId="{97B206B6-2BAC-6A10-83F3-9CCFF1958C8A}"/>
          </ac:spMkLst>
        </pc:spChg>
        <pc:spChg chg="mod">
          <ac:chgData name="Toon Dergent" userId="9cfdfa7a-c8f0-4020-9307-91f8354f3f6b" providerId="ADAL" clId="{2A64CEAC-3320-4639-96BD-CFB820E957F9}" dt="2026-05-20T08:10:32.170" v="42" actId="5793"/>
          <ac:spMkLst>
            <pc:docMk/>
            <pc:sldMk cId="3939529770" sldId="256"/>
            <ac:spMk id="3" creationId="{D4194A17-D7EE-622D-E2B6-90A87A8A9E2B}"/>
          </ac:spMkLst>
        </pc:spChg>
        <pc:picChg chg="add mod">
          <ac:chgData name="Toon Dergent" userId="9cfdfa7a-c8f0-4020-9307-91f8354f3f6b" providerId="ADAL" clId="{2A64CEAC-3320-4639-96BD-CFB820E957F9}" dt="2026-05-20T08:10:34.690" v="45" actId="1076"/>
          <ac:picMkLst>
            <pc:docMk/>
            <pc:sldMk cId="3939529770" sldId="256"/>
            <ac:picMk id="4" creationId="{B02839A3-6082-D2D4-624B-11345C2B949B}"/>
          </ac:picMkLst>
        </pc:picChg>
      </pc:sldChg>
    </pc:docChg>
  </pc:docChgLst>
  <pc:docChgLst>
    <pc:chgData name="Mateusz Kidrycki" userId="993eac0b-f1a7-4f3e-b2fc-9a1ff1690ae6" providerId="ADAL" clId="{364F1E60-B8F0-4A10-B2AA-57FF089945F5}"/>
    <pc:docChg chg="custSel modSld addMainMaster delMainMaster">
      <pc:chgData name="Mateusz Kidrycki" userId="993eac0b-f1a7-4f3e-b2fc-9a1ff1690ae6" providerId="ADAL" clId="{364F1E60-B8F0-4A10-B2AA-57FF089945F5}" dt="2026-05-20T10:38:03.629" v="39" actId="20577"/>
      <pc:docMkLst>
        <pc:docMk/>
      </pc:docMkLst>
      <pc:sldChg chg="addSp delSp modSp mod setBg modClrScheme addAnim chgLayout">
        <pc:chgData name="Mateusz Kidrycki" userId="993eac0b-f1a7-4f3e-b2fc-9a1ff1690ae6" providerId="ADAL" clId="{364F1E60-B8F0-4A10-B2AA-57FF089945F5}" dt="2026-05-20T10:38:03.629" v="39" actId="20577"/>
        <pc:sldMkLst>
          <pc:docMk/>
          <pc:sldMk cId="3939529770" sldId="256"/>
        </pc:sldMkLst>
        <pc:spChg chg="mod">
          <ac:chgData name="Mateusz Kidrycki" userId="993eac0b-f1a7-4f3e-b2fc-9a1ff1690ae6" providerId="ADAL" clId="{364F1E60-B8F0-4A10-B2AA-57FF089945F5}" dt="2026-05-20T10:37:49.932" v="21" actId="26606"/>
          <ac:spMkLst>
            <pc:docMk/>
            <pc:sldMk cId="3939529770" sldId="256"/>
            <ac:spMk id="2" creationId="{97B206B6-2BAC-6A10-83F3-9CCFF1958C8A}"/>
          </ac:spMkLst>
        </pc:spChg>
        <pc:spChg chg="mod">
          <ac:chgData name="Mateusz Kidrycki" userId="993eac0b-f1a7-4f3e-b2fc-9a1ff1690ae6" providerId="ADAL" clId="{364F1E60-B8F0-4A10-B2AA-57FF089945F5}" dt="2026-05-20T10:38:03.629" v="39" actId="20577"/>
          <ac:spMkLst>
            <pc:docMk/>
            <pc:sldMk cId="3939529770" sldId="256"/>
            <ac:spMk id="3" creationId="{D4194A17-D7EE-622D-E2B6-90A87A8A9E2B}"/>
          </ac:spMkLst>
        </pc:spChg>
        <pc:spChg chg="add del">
          <ac:chgData name="Mateusz Kidrycki" userId="993eac0b-f1a7-4f3e-b2fc-9a1ff1690ae6" providerId="ADAL" clId="{364F1E60-B8F0-4A10-B2AA-57FF089945F5}" dt="2026-05-20T10:37:09.277" v="20" actId="26606"/>
          <ac:spMkLst>
            <pc:docMk/>
            <pc:sldMk cId="3939529770" sldId="256"/>
            <ac:spMk id="9" creationId="{19F9BF86-FE94-4517-B97D-026C7515E589}"/>
          </ac:spMkLst>
        </pc:spChg>
        <pc:spChg chg="add del">
          <ac:chgData name="Mateusz Kidrycki" userId="993eac0b-f1a7-4f3e-b2fc-9a1ff1690ae6" providerId="ADAL" clId="{364F1E60-B8F0-4A10-B2AA-57FF089945F5}" dt="2026-05-20T10:37:49.932" v="21" actId="26606"/>
          <ac:spMkLst>
            <pc:docMk/>
            <pc:sldMk cId="3939529770" sldId="256"/>
            <ac:spMk id="16" creationId="{FAF3766F-DEF3-4802-BB0D-7A18EDD9704F}"/>
          </ac:spMkLst>
        </pc:spChg>
        <pc:spChg chg="add del">
          <ac:chgData name="Mateusz Kidrycki" userId="993eac0b-f1a7-4f3e-b2fc-9a1ff1690ae6" providerId="ADAL" clId="{364F1E60-B8F0-4A10-B2AA-57FF089945F5}" dt="2026-05-20T10:37:49.932" v="21" actId="26606"/>
          <ac:spMkLst>
            <pc:docMk/>
            <pc:sldMk cId="3939529770" sldId="256"/>
            <ac:spMk id="18" creationId="{81F0C179-4DBF-6AB9-CD0B-9224A0C885A4}"/>
          </ac:spMkLst>
        </pc:spChg>
        <pc:spChg chg="add">
          <ac:chgData name="Mateusz Kidrycki" userId="993eac0b-f1a7-4f3e-b2fc-9a1ff1690ae6" providerId="ADAL" clId="{364F1E60-B8F0-4A10-B2AA-57FF089945F5}" dt="2026-05-20T10:37:49.932" v="21" actId="26606"/>
          <ac:spMkLst>
            <pc:docMk/>
            <pc:sldMk cId="3939529770" sldId="256"/>
            <ac:spMk id="23" creationId="{CFD1D2CD-954D-4C4D-B505-05EAD159B230}"/>
          </ac:spMkLst>
        </pc:spChg>
        <pc:picChg chg="mod">
          <ac:chgData name="Mateusz Kidrycki" userId="993eac0b-f1a7-4f3e-b2fc-9a1ff1690ae6" providerId="ADAL" clId="{364F1E60-B8F0-4A10-B2AA-57FF089945F5}" dt="2026-05-20T10:37:49.932" v="21" actId="26606"/>
          <ac:picMkLst>
            <pc:docMk/>
            <pc:sldMk cId="3939529770" sldId="256"/>
            <ac:picMk id="4" creationId="{B02839A3-6082-D2D4-624B-11345C2B949B}"/>
          </ac:picMkLst>
        </pc:picChg>
        <pc:cxnChg chg="add del">
          <ac:chgData name="Mateusz Kidrycki" userId="993eac0b-f1a7-4f3e-b2fc-9a1ff1690ae6" providerId="ADAL" clId="{364F1E60-B8F0-4A10-B2AA-57FF089945F5}" dt="2026-05-20T10:37:09.277" v="20" actId="26606"/>
          <ac:cxnSpMkLst>
            <pc:docMk/>
            <pc:sldMk cId="3939529770" sldId="256"/>
            <ac:cxnSpMk id="11" creationId="{59D7B6BE-A4E0-4483-BEC5-493AC3E5D2AD}"/>
          </ac:cxnSpMkLst>
        </pc:cxnChg>
        <pc:cxnChg chg="add">
          <ac:chgData name="Mateusz Kidrycki" userId="993eac0b-f1a7-4f3e-b2fc-9a1ff1690ae6" providerId="ADAL" clId="{364F1E60-B8F0-4A10-B2AA-57FF089945F5}" dt="2026-05-20T10:37:49.932" v="21" actId="26606"/>
          <ac:cxnSpMkLst>
            <pc:docMk/>
            <pc:sldMk cId="3939529770" sldId="256"/>
            <ac:cxnSpMk id="25" creationId="{A2D508B3-A66C-833E-D929-8DC211635676}"/>
          </ac:cxnSpMkLst>
        </pc:cxnChg>
      </pc:sldChg>
      <pc:sldMasterChg chg="del delSldLayout">
        <pc:chgData name="Mateusz Kidrycki" userId="993eac0b-f1a7-4f3e-b2fc-9a1ff1690ae6" providerId="ADAL" clId="{364F1E60-B8F0-4A10-B2AA-57FF089945F5}" dt="2026-05-20T10:36:54.240" v="0" actId="26606"/>
        <pc:sldMasterMkLst>
          <pc:docMk/>
          <pc:sldMasterMk cId="3274894638" sldId="2147483648"/>
        </pc:sldMasterMkLst>
        <pc:sldLayoutChg chg="del">
          <pc:chgData name="Mateusz Kidrycki" userId="993eac0b-f1a7-4f3e-b2fc-9a1ff1690ae6" providerId="ADAL" clId="{364F1E60-B8F0-4A10-B2AA-57FF089945F5}" dt="2026-05-20T10:36:54.240" v="0" actId="26606"/>
          <pc:sldLayoutMkLst>
            <pc:docMk/>
            <pc:sldMasterMk cId="3274894638" sldId="2147483648"/>
            <pc:sldLayoutMk cId="3487462944" sldId="2147483649"/>
          </pc:sldLayoutMkLst>
        </pc:sldLayoutChg>
        <pc:sldLayoutChg chg="del">
          <pc:chgData name="Mateusz Kidrycki" userId="993eac0b-f1a7-4f3e-b2fc-9a1ff1690ae6" providerId="ADAL" clId="{364F1E60-B8F0-4A10-B2AA-57FF089945F5}" dt="2026-05-20T10:36:54.240" v="0" actId="26606"/>
          <pc:sldLayoutMkLst>
            <pc:docMk/>
            <pc:sldMasterMk cId="3274894638" sldId="2147483648"/>
            <pc:sldLayoutMk cId="1195137195" sldId="2147483650"/>
          </pc:sldLayoutMkLst>
        </pc:sldLayoutChg>
        <pc:sldLayoutChg chg="del">
          <pc:chgData name="Mateusz Kidrycki" userId="993eac0b-f1a7-4f3e-b2fc-9a1ff1690ae6" providerId="ADAL" clId="{364F1E60-B8F0-4A10-B2AA-57FF089945F5}" dt="2026-05-20T10:36:54.240" v="0" actId="26606"/>
          <pc:sldLayoutMkLst>
            <pc:docMk/>
            <pc:sldMasterMk cId="3274894638" sldId="2147483648"/>
            <pc:sldLayoutMk cId="2552851059" sldId="2147483651"/>
          </pc:sldLayoutMkLst>
        </pc:sldLayoutChg>
        <pc:sldLayoutChg chg="del">
          <pc:chgData name="Mateusz Kidrycki" userId="993eac0b-f1a7-4f3e-b2fc-9a1ff1690ae6" providerId="ADAL" clId="{364F1E60-B8F0-4A10-B2AA-57FF089945F5}" dt="2026-05-20T10:36:54.240" v="0" actId="26606"/>
          <pc:sldLayoutMkLst>
            <pc:docMk/>
            <pc:sldMasterMk cId="3274894638" sldId="2147483648"/>
            <pc:sldLayoutMk cId="3876537070" sldId="2147483652"/>
          </pc:sldLayoutMkLst>
        </pc:sldLayoutChg>
        <pc:sldLayoutChg chg="del">
          <pc:chgData name="Mateusz Kidrycki" userId="993eac0b-f1a7-4f3e-b2fc-9a1ff1690ae6" providerId="ADAL" clId="{364F1E60-B8F0-4A10-B2AA-57FF089945F5}" dt="2026-05-20T10:36:54.240" v="0" actId="26606"/>
          <pc:sldLayoutMkLst>
            <pc:docMk/>
            <pc:sldMasterMk cId="3274894638" sldId="2147483648"/>
            <pc:sldLayoutMk cId="1744525506" sldId="2147483653"/>
          </pc:sldLayoutMkLst>
        </pc:sldLayoutChg>
        <pc:sldLayoutChg chg="del">
          <pc:chgData name="Mateusz Kidrycki" userId="993eac0b-f1a7-4f3e-b2fc-9a1ff1690ae6" providerId="ADAL" clId="{364F1E60-B8F0-4A10-B2AA-57FF089945F5}" dt="2026-05-20T10:36:54.240" v="0" actId="26606"/>
          <pc:sldLayoutMkLst>
            <pc:docMk/>
            <pc:sldMasterMk cId="3274894638" sldId="2147483648"/>
            <pc:sldLayoutMk cId="2691890474" sldId="2147483654"/>
          </pc:sldLayoutMkLst>
        </pc:sldLayoutChg>
        <pc:sldLayoutChg chg="del">
          <pc:chgData name="Mateusz Kidrycki" userId="993eac0b-f1a7-4f3e-b2fc-9a1ff1690ae6" providerId="ADAL" clId="{364F1E60-B8F0-4A10-B2AA-57FF089945F5}" dt="2026-05-20T10:36:54.240" v="0" actId="26606"/>
          <pc:sldLayoutMkLst>
            <pc:docMk/>
            <pc:sldMasterMk cId="3274894638" sldId="2147483648"/>
            <pc:sldLayoutMk cId="713822557" sldId="2147483655"/>
          </pc:sldLayoutMkLst>
        </pc:sldLayoutChg>
        <pc:sldLayoutChg chg="del">
          <pc:chgData name="Mateusz Kidrycki" userId="993eac0b-f1a7-4f3e-b2fc-9a1ff1690ae6" providerId="ADAL" clId="{364F1E60-B8F0-4A10-B2AA-57FF089945F5}" dt="2026-05-20T10:36:54.240" v="0" actId="26606"/>
          <pc:sldLayoutMkLst>
            <pc:docMk/>
            <pc:sldMasterMk cId="3274894638" sldId="2147483648"/>
            <pc:sldLayoutMk cId="92361112" sldId="2147483656"/>
          </pc:sldLayoutMkLst>
        </pc:sldLayoutChg>
        <pc:sldLayoutChg chg="del">
          <pc:chgData name="Mateusz Kidrycki" userId="993eac0b-f1a7-4f3e-b2fc-9a1ff1690ae6" providerId="ADAL" clId="{364F1E60-B8F0-4A10-B2AA-57FF089945F5}" dt="2026-05-20T10:36:54.240" v="0" actId="26606"/>
          <pc:sldLayoutMkLst>
            <pc:docMk/>
            <pc:sldMasterMk cId="3274894638" sldId="2147483648"/>
            <pc:sldLayoutMk cId="1450849006" sldId="2147483657"/>
          </pc:sldLayoutMkLst>
        </pc:sldLayoutChg>
        <pc:sldLayoutChg chg="del">
          <pc:chgData name="Mateusz Kidrycki" userId="993eac0b-f1a7-4f3e-b2fc-9a1ff1690ae6" providerId="ADAL" clId="{364F1E60-B8F0-4A10-B2AA-57FF089945F5}" dt="2026-05-20T10:36:54.240" v="0" actId="26606"/>
          <pc:sldLayoutMkLst>
            <pc:docMk/>
            <pc:sldMasterMk cId="3274894638" sldId="2147483648"/>
            <pc:sldLayoutMk cId="3925788976" sldId="2147483658"/>
          </pc:sldLayoutMkLst>
        </pc:sldLayoutChg>
        <pc:sldLayoutChg chg="del">
          <pc:chgData name="Mateusz Kidrycki" userId="993eac0b-f1a7-4f3e-b2fc-9a1ff1690ae6" providerId="ADAL" clId="{364F1E60-B8F0-4A10-B2AA-57FF089945F5}" dt="2026-05-20T10:36:54.240" v="0" actId="26606"/>
          <pc:sldLayoutMkLst>
            <pc:docMk/>
            <pc:sldMasterMk cId="3274894638" sldId="2147483648"/>
            <pc:sldLayoutMk cId="4206469445" sldId="2147483659"/>
          </pc:sldLayoutMkLst>
        </pc:sldLayoutChg>
      </pc:sldMasterChg>
      <pc:sldMasterChg chg="add del replId addSldLayout delSldLayout">
        <pc:chgData name="Mateusz Kidrycki" userId="993eac0b-f1a7-4f3e-b2fc-9a1ff1690ae6" providerId="ADAL" clId="{364F1E60-B8F0-4A10-B2AA-57FF089945F5}" dt="2026-05-20T10:37:09.277" v="20" actId="26606"/>
        <pc:sldMasterMkLst>
          <pc:docMk/>
          <pc:sldMasterMk cId="625389060" sldId="2147483660"/>
        </pc:sldMasterMkLst>
        <pc:sldLayoutChg chg="add del">
          <pc:chgData name="Mateusz Kidrycki" userId="993eac0b-f1a7-4f3e-b2fc-9a1ff1690ae6" providerId="ADAL" clId="{364F1E60-B8F0-4A10-B2AA-57FF089945F5}" dt="2026-05-20T10:37:09.277" v="20" actId="26606"/>
          <pc:sldLayoutMkLst>
            <pc:docMk/>
            <pc:sldMasterMk cId="625389060" sldId="2147483660"/>
            <pc:sldLayoutMk cId="1853276759" sldId="2147483661"/>
          </pc:sldLayoutMkLst>
        </pc:sldLayoutChg>
        <pc:sldLayoutChg chg="add del replId">
          <pc:chgData name="Mateusz Kidrycki" userId="993eac0b-f1a7-4f3e-b2fc-9a1ff1690ae6" providerId="ADAL" clId="{364F1E60-B8F0-4A10-B2AA-57FF089945F5}" dt="2026-05-20T10:37:09.277" v="20" actId="26606"/>
          <pc:sldLayoutMkLst>
            <pc:docMk/>
            <pc:sldMasterMk cId="625389060" sldId="2147483660"/>
            <pc:sldLayoutMk cId="508868106" sldId="2147483662"/>
          </pc:sldLayoutMkLst>
        </pc:sldLayoutChg>
        <pc:sldLayoutChg chg="add del replId">
          <pc:chgData name="Mateusz Kidrycki" userId="993eac0b-f1a7-4f3e-b2fc-9a1ff1690ae6" providerId="ADAL" clId="{364F1E60-B8F0-4A10-B2AA-57FF089945F5}" dt="2026-05-20T10:37:09.277" v="20" actId="26606"/>
          <pc:sldLayoutMkLst>
            <pc:docMk/>
            <pc:sldMasterMk cId="625389060" sldId="2147483660"/>
            <pc:sldLayoutMk cId="4243936074" sldId="2147483663"/>
          </pc:sldLayoutMkLst>
        </pc:sldLayoutChg>
        <pc:sldLayoutChg chg="add del replId">
          <pc:chgData name="Mateusz Kidrycki" userId="993eac0b-f1a7-4f3e-b2fc-9a1ff1690ae6" providerId="ADAL" clId="{364F1E60-B8F0-4A10-B2AA-57FF089945F5}" dt="2026-05-20T10:37:09.277" v="20" actId="26606"/>
          <pc:sldLayoutMkLst>
            <pc:docMk/>
            <pc:sldMasterMk cId="625389060" sldId="2147483660"/>
            <pc:sldLayoutMk cId="3737131156" sldId="2147483664"/>
          </pc:sldLayoutMkLst>
        </pc:sldLayoutChg>
        <pc:sldLayoutChg chg="add del replId">
          <pc:chgData name="Mateusz Kidrycki" userId="993eac0b-f1a7-4f3e-b2fc-9a1ff1690ae6" providerId="ADAL" clId="{364F1E60-B8F0-4A10-B2AA-57FF089945F5}" dt="2026-05-20T10:37:09.277" v="20" actId="26606"/>
          <pc:sldLayoutMkLst>
            <pc:docMk/>
            <pc:sldMasterMk cId="625389060" sldId="2147483660"/>
            <pc:sldLayoutMk cId="4133433301" sldId="2147483665"/>
          </pc:sldLayoutMkLst>
        </pc:sldLayoutChg>
        <pc:sldLayoutChg chg="add del replId">
          <pc:chgData name="Mateusz Kidrycki" userId="993eac0b-f1a7-4f3e-b2fc-9a1ff1690ae6" providerId="ADAL" clId="{364F1E60-B8F0-4A10-B2AA-57FF089945F5}" dt="2026-05-20T10:37:09.277" v="20" actId="26606"/>
          <pc:sldLayoutMkLst>
            <pc:docMk/>
            <pc:sldMasterMk cId="625389060" sldId="2147483660"/>
            <pc:sldLayoutMk cId="168020257" sldId="2147483666"/>
          </pc:sldLayoutMkLst>
        </pc:sldLayoutChg>
        <pc:sldLayoutChg chg="add del replId">
          <pc:chgData name="Mateusz Kidrycki" userId="993eac0b-f1a7-4f3e-b2fc-9a1ff1690ae6" providerId="ADAL" clId="{364F1E60-B8F0-4A10-B2AA-57FF089945F5}" dt="2026-05-20T10:37:09.277" v="20" actId="26606"/>
          <pc:sldLayoutMkLst>
            <pc:docMk/>
            <pc:sldMasterMk cId="625389060" sldId="2147483660"/>
            <pc:sldLayoutMk cId="3841397502" sldId="2147483667"/>
          </pc:sldLayoutMkLst>
        </pc:sldLayoutChg>
        <pc:sldLayoutChg chg="add del replId">
          <pc:chgData name="Mateusz Kidrycki" userId="993eac0b-f1a7-4f3e-b2fc-9a1ff1690ae6" providerId="ADAL" clId="{364F1E60-B8F0-4A10-B2AA-57FF089945F5}" dt="2026-05-20T10:37:09.277" v="20" actId="26606"/>
          <pc:sldLayoutMkLst>
            <pc:docMk/>
            <pc:sldMasterMk cId="625389060" sldId="2147483660"/>
            <pc:sldLayoutMk cId="125778774" sldId="2147483668"/>
          </pc:sldLayoutMkLst>
        </pc:sldLayoutChg>
        <pc:sldLayoutChg chg="add del replId">
          <pc:chgData name="Mateusz Kidrycki" userId="993eac0b-f1a7-4f3e-b2fc-9a1ff1690ae6" providerId="ADAL" clId="{364F1E60-B8F0-4A10-B2AA-57FF089945F5}" dt="2026-05-20T10:37:09.277" v="20" actId="26606"/>
          <pc:sldLayoutMkLst>
            <pc:docMk/>
            <pc:sldMasterMk cId="625389060" sldId="2147483660"/>
            <pc:sldLayoutMk cId="834735740" sldId="2147483669"/>
          </pc:sldLayoutMkLst>
        </pc:sldLayoutChg>
        <pc:sldLayoutChg chg="add del replId">
          <pc:chgData name="Mateusz Kidrycki" userId="993eac0b-f1a7-4f3e-b2fc-9a1ff1690ae6" providerId="ADAL" clId="{364F1E60-B8F0-4A10-B2AA-57FF089945F5}" dt="2026-05-20T10:37:09.277" v="20" actId="26606"/>
          <pc:sldLayoutMkLst>
            <pc:docMk/>
            <pc:sldMasterMk cId="625389060" sldId="2147483660"/>
            <pc:sldLayoutMk cId="311175521" sldId="2147483670"/>
          </pc:sldLayoutMkLst>
        </pc:sldLayoutChg>
        <pc:sldLayoutChg chg="add del replId">
          <pc:chgData name="Mateusz Kidrycki" userId="993eac0b-f1a7-4f3e-b2fc-9a1ff1690ae6" providerId="ADAL" clId="{364F1E60-B8F0-4A10-B2AA-57FF089945F5}" dt="2026-05-20T10:37:09.277" v="20" actId="26606"/>
          <pc:sldLayoutMkLst>
            <pc:docMk/>
            <pc:sldMasterMk cId="625389060" sldId="2147483660"/>
            <pc:sldLayoutMk cId="3677654086" sldId="2147483671"/>
          </pc:sldLayoutMkLst>
        </pc:sldLayoutChg>
      </pc:sldMasterChg>
      <pc:sldMasterChg chg="add del addSldLayout delSldLayout">
        <pc:chgData name="Mateusz Kidrycki" userId="993eac0b-f1a7-4f3e-b2fc-9a1ff1690ae6" providerId="ADAL" clId="{364F1E60-B8F0-4A10-B2AA-57FF089945F5}" dt="2026-05-20T10:37:49.932" v="21" actId="26606"/>
        <pc:sldMasterMkLst>
          <pc:docMk/>
          <pc:sldMasterMk cId="31564807" sldId="2147483695"/>
        </pc:sldMasterMkLst>
        <pc:sldLayoutChg chg="add del">
          <pc:chgData name="Mateusz Kidrycki" userId="993eac0b-f1a7-4f3e-b2fc-9a1ff1690ae6" providerId="ADAL" clId="{364F1E60-B8F0-4A10-B2AA-57FF089945F5}" dt="2026-05-20T10:37:49.932" v="21" actId="26606"/>
          <pc:sldLayoutMkLst>
            <pc:docMk/>
            <pc:sldMasterMk cId="31564807" sldId="2147483695"/>
            <pc:sldLayoutMk cId="3129883749" sldId="2147483684"/>
          </pc:sldLayoutMkLst>
        </pc:sldLayoutChg>
        <pc:sldLayoutChg chg="add del">
          <pc:chgData name="Mateusz Kidrycki" userId="993eac0b-f1a7-4f3e-b2fc-9a1ff1690ae6" providerId="ADAL" clId="{364F1E60-B8F0-4A10-B2AA-57FF089945F5}" dt="2026-05-20T10:37:49.932" v="21" actId="26606"/>
          <pc:sldLayoutMkLst>
            <pc:docMk/>
            <pc:sldMasterMk cId="31564807" sldId="2147483695"/>
            <pc:sldLayoutMk cId="805870724" sldId="2147483685"/>
          </pc:sldLayoutMkLst>
        </pc:sldLayoutChg>
        <pc:sldLayoutChg chg="add del">
          <pc:chgData name="Mateusz Kidrycki" userId="993eac0b-f1a7-4f3e-b2fc-9a1ff1690ae6" providerId="ADAL" clId="{364F1E60-B8F0-4A10-B2AA-57FF089945F5}" dt="2026-05-20T10:37:49.932" v="21" actId="26606"/>
          <pc:sldLayoutMkLst>
            <pc:docMk/>
            <pc:sldMasterMk cId="31564807" sldId="2147483695"/>
            <pc:sldLayoutMk cId="883254538" sldId="2147483686"/>
          </pc:sldLayoutMkLst>
        </pc:sldLayoutChg>
        <pc:sldLayoutChg chg="add del">
          <pc:chgData name="Mateusz Kidrycki" userId="993eac0b-f1a7-4f3e-b2fc-9a1ff1690ae6" providerId="ADAL" clId="{364F1E60-B8F0-4A10-B2AA-57FF089945F5}" dt="2026-05-20T10:37:49.932" v="21" actId="26606"/>
          <pc:sldLayoutMkLst>
            <pc:docMk/>
            <pc:sldMasterMk cId="31564807" sldId="2147483695"/>
            <pc:sldLayoutMk cId="1964877816" sldId="2147483687"/>
          </pc:sldLayoutMkLst>
        </pc:sldLayoutChg>
        <pc:sldLayoutChg chg="add del">
          <pc:chgData name="Mateusz Kidrycki" userId="993eac0b-f1a7-4f3e-b2fc-9a1ff1690ae6" providerId="ADAL" clId="{364F1E60-B8F0-4A10-B2AA-57FF089945F5}" dt="2026-05-20T10:37:49.932" v="21" actId="26606"/>
          <pc:sldLayoutMkLst>
            <pc:docMk/>
            <pc:sldMasterMk cId="31564807" sldId="2147483695"/>
            <pc:sldLayoutMk cId="2542277673" sldId="2147483688"/>
          </pc:sldLayoutMkLst>
        </pc:sldLayoutChg>
        <pc:sldLayoutChg chg="add del">
          <pc:chgData name="Mateusz Kidrycki" userId="993eac0b-f1a7-4f3e-b2fc-9a1ff1690ae6" providerId="ADAL" clId="{364F1E60-B8F0-4A10-B2AA-57FF089945F5}" dt="2026-05-20T10:37:49.932" v="21" actId="26606"/>
          <pc:sldLayoutMkLst>
            <pc:docMk/>
            <pc:sldMasterMk cId="31564807" sldId="2147483695"/>
            <pc:sldLayoutMk cId="2145526906" sldId="2147483689"/>
          </pc:sldLayoutMkLst>
        </pc:sldLayoutChg>
        <pc:sldLayoutChg chg="add del">
          <pc:chgData name="Mateusz Kidrycki" userId="993eac0b-f1a7-4f3e-b2fc-9a1ff1690ae6" providerId="ADAL" clId="{364F1E60-B8F0-4A10-B2AA-57FF089945F5}" dt="2026-05-20T10:37:49.932" v="21" actId="26606"/>
          <pc:sldLayoutMkLst>
            <pc:docMk/>
            <pc:sldMasterMk cId="31564807" sldId="2147483695"/>
            <pc:sldLayoutMk cId="3326949814" sldId="2147483690"/>
          </pc:sldLayoutMkLst>
        </pc:sldLayoutChg>
        <pc:sldLayoutChg chg="add del">
          <pc:chgData name="Mateusz Kidrycki" userId="993eac0b-f1a7-4f3e-b2fc-9a1ff1690ae6" providerId="ADAL" clId="{364F1E60-B8F0-4A10-B2AA-57FF089945F5}" dt="2026-05-20T10:37:49.932" v="21" actId="26606"/>
          <pc:sldLayoutMkLst>
            <pc:docMk/>
            <pc:sldMasterMk cId="31564807" sldId="2147483695"/>
            <pc:sldLayoutMk cId="1394150263" sldId="2147483691"/>
          </pc:sldLayoutMkLst>
        </pc:sldLayoutChg>
        <pc:sldLayoutChg chg="add del">
          <pc:chgData name="Mateusz Kidrycki" userId="993eac0b-f1a7-4f3e-b2fc-9a1ff1690ae6" providerId="ADAL" clId="{364F1E60-B8F0-4A10-B2AA-57FF089945F5}" dt="2026-05-20T10:37:49.932" v="21" actId="26606"/>
          <pc:sldLayoutMkLst>
            <pc:docMk/>
            <pc:sldMasterMk cId="31564807" sldId="2147483695"/>
            <pc:sldLayoutMk cId="3540766367" sldId="2147483692"/>
          </pc:sldLayoutMkLst>
        </pc:sldLayoutChg>
        <pc:sldLayoutChg chg="add del">
          <pc:chgData name="Mateusz Kidrycki" userId="993eac0b-f1a7-4f3e-b2fc-9a1ff1690ae6" providerId="ADAL" clId="{364F1E60-B8F0-4A10-B2AA-57FF089945F5}" dt="2026-05-20T10:37:49.932" v="21" actId="26606"/>
          <pc:sldLayoutMkLst>
            <pc:docMk/>
            <pc:sldMasterMk cId="31564807" sldId="2147483695"/>
            <pc:sldLayoutMk cId="1034508001" sldId="2147483693"/>
          </pc:sldLayoutMkLst>
        </pc:sldLayoutChg>
        <pc:sldLayoutChg chg="add del">
          <pc:chgData name="Mateusz Kidrycki" userId="993eac0b-f1a7-4f3e-b2fc-9a1ff1690ae6" providerId="ADAL" clId="{364F1E60-B8F0-4A10-B2AA-57FF089945F5}" dt="2026-05-20T10:37:49.932" v="21" actId="26606"/>
          <pc:sldLayoutMkLst>
            <pc:docMk/>
            <pc:sldMasterMk cId="31564807" sldId="2147483695"/>
            <pc:sldLayoutMk cId="3631709970" sldId="2147483694"/>
          </pc:sldLayoutMkLst>
        </pc:sldLayoutChg>
      </pc:sldMasterChg>
      <pc:sldMasterChg chg="add addSldLayout">
        <pc:chgData name="Mateusz Kidrycki" userId="993eac0b-f1a7-4f3e-b2fc-9a1ff1690ae6" providerId="ADAL" clId="{364F1E60-B8F0-4A10-B2AA-57FF089945F5}" dt="2026-05-20T10:37:49.932" v="21" actId="26606"/>
        <pc:sldMasterMkLst>
          <pc:docMk/>
          <pc:sldMasterMk cId="4210501822" sldId="2147483722"/>
        </pc:sldMasterMkLst>
        <pc:sldLayoutChg chg="add">
          <pc:chgData name="Mateusz Kidrycki" userId="993eac0b-f1a7-4f3e-b2fc-9a1ff1690ae6" providerId="ADAL" clId="{364F1E60-B8F0-4A10-B2AA-57FF089945F5}" dt="2026-05-20T10:37:49.932" v="21" actId="26606"/>
          <pc:sldLayoutMkLst>
            <pc:docMk/>
            <pc:sldMasterMk cId="4210501822" sldId="2147483722"/>
            <pc:sldLayoutMk cId="1337786525" sldId="2147483711"/>
          </pc:sldLayoutMkLst>
        </pc:sldLayoutChg>
        <pc:sldLayoutChg chg="add">
          <pc:chgData name="Mateusz Kidrycki" userId="993eac0b-f1a7-4f3e-b2fc-9a1ff1690ae6" providerId="ADAL" clId="{364F1E60-B8F0-4A10-B2AA-57FF089945F5}" dt="2026-05-20T10:37:49.932" v="21" actId="26606"/>
          <pc:sldLayoutMkLst>
            <pc:docMk/>
            <pc:sldMasterMk cId="4210501822" sldId="2147483722"/>
            <pc:sldLayoutMk cId="3301219590" sldId="2147483712"/>
          </pc:sldLayoutMkLst>
        </pc:sldLayoutChg>
        <pc:sldLayoutChg chg="add">
          <pc:chgData name="Mateusz Kidrycki" userId="993eac0b-f1a7-4f3e-b2fc-9a1ff1690ae6" providerId="ADAL" clId="{364F1E60-B8F0-4A10-B2AA-57FF089945F5}" dt="2026-05-20T10:37:49.932" v="21" actId="26606"/>
          <pc:sldLayoutMkLst>
            <pc:docMk/>
            <pc:sldMasterMk cId="4210501822" sldId="2147483722"/>
            <pc:sldLayoutMk cId="918606163" sldId="2147483713"/>
          </pc:sldLayoutMkLst>
        </pc:sldLayoutChg>
        <pc:sldLayoutChg chg="add">
          <pc:chgData name="Mateusz Kidrycki" userId="993eac0b-f1a7-4f3e-b2fc-9a1ff1690ae6" providerId="ADAL" clId="{364F1E60-B8F0-4A10-B2AA-57FF089945F5}" dt="2026-05-20T10:37:49.932" v="21" actId="26606"/>
          <pc:sldLayoutMkLst>
            <pc:docMk/>
            <pc:sldMasterMk cId="4210501822" sldId="2147483722"/>
            <pc:sldLayoutMk cId="3418092733" sldId="2147483714"/>
          </pc:sldLayoutMkLst>
        </pc:sldLayoutChg>
        <pc:sldLayoutChg chg="add">
          <pc:chgData name="Mateusz Kidrycki" userId="993eac0b-f1a7-4f3e-b2fc-9a1ff1690ae6" providerId="ADAL" clId="{364F1E60-B8F0-4A10-B2AA-57FF089945F5}" dt="2026-05-20T10:37:49.932" v="21" actId="26606"/>
          <pc:sldLayoutMkLst>
            <pc:docMk/>
            <pc:sldMasterMk cId="4210501822" sldId="2147483722"/>
            <pc:sldLayoutMk cId="1151828784" sldId="2147483715"/>
          </pc:sldLayoutMkLst>
        </pc:sldLayoutChg>
        <pc:sldLayoutChg chg="add">
          <pc:chgData name="Mateusz Kidrycki" userId="993eac0b-f1a7-4f3e-b2fc-9a1ff1690ae6" providerId="ADAL" clId="{364F1E60-B8F0-4A10-B2AA-57FF089945F5}" dt="2026-05-20T10:37:49.932" v="21" actId="26606"/>
          <pc:sldLayoutMkLst>
            <pc:docMk/>
            <pc:sldMasterMk cId="4210501822" sldId="2147483722"/>
            <pc:sldLayoutMk cId="439452992" sldId="2147483716"/>
          </pc:sldLayoutMkLst>
        </pc:sldLayoutChg>
        <pc:sldLayoutChg chg="add">
          <pc:chgData name="Mateusz Kidrycki" userId="993eac0b-f1a7-4f3e-b2fc-9a1ff1690ae6" providerId="ADAL" clId="{364F1E60-B8F0-4A10-B2AA-57FF089945F5}" dt="2026-05-20T10:37:49.932" v="21" actId="26606"/>
          <pc:sldLayoutMkLst>
            <pc:docMk/>
            <pc:sldMasterMk cId="4210501822" sldId="2147483722"/>
            <pc:sldLayoutMk cId="838441306" sldId="2147483717"/>
          </pc:sldLayoutMkLst>
        </pc:sldLayoutChg>
        <pc:sldLayoutChg chg="add">
          <pc:chgData name="Mateusz Kidrycki" userId="993eac0b-f1a7-4f3e-b2fc-9a1ff1690ae6" providerId="ADAL" clId="{364F1E60-B8F0-4A10-B2AA-57FF089945F5}" dt="2026-05-20T10:37:49.932" v="21" actId="26606"/>
          <pc:sldLayoutMkLst>
            <pc:docMk/>
            <pc:sldMasterMk cId="4210501822" sldId="2147483722"/>
            <pc:sldLayoutMk cId="2670679957" sldId="2147483718"/>
          </pc:sldLayoutMkLst>
        </pc:sldLayoutChg>
        <pc:sldLayoutChg chg="add">
          <pc:chgData name="Mateusz Kidrycki" userId="993eac0b-f1a7-4f3e-b2fc-9a1ff1690ae6" providerId="ADAL" clId="{364F1E60-B8F0-4A10-B2AA-57FF089945F5}" dt="2026-05-20T10:37:49.932" v="21" actId="26606"/>
          <pc:sldLayoutMkLst>
            <pc:docMk/>
            <pc:sldMasterMk cId="4210501822" sldId="2147483722"/>
            <pc:sldLayoutMk cId="3923043929" sldId="2147483719"/>
          </pc:sldLayoutMkLst>
        </pc:sldLayoutChg>
        <pc:sldLayoutChg chg="add">
          <pc:chgData name="Mateusz Kidrycki" userId="993eac0b-f1a7-4f3e-b2fc-9a1ff1690ae6" providerId="ADAL" clId="{364F1E60-B8F0-4A10-B2AA-57FF089945F5}" dt="2026-05-20T10:37:49.932" v="21" actId="26606"/>
          <pc:sldLayoutMkLst>
            <pc:docMk/>
            <pc:sldMasterMk cId="4210501822" sldId="2147483722"/>
            <pc:sldLayoutMk cId="3341516877" sldId="2147483720"/>
          </pc:sldLayoutMkLst>
        </pc:sldLayoutChg>
        <pc:sldLayoutChg chg="add">
          <pc:chgData name="Mateusz Kidrycki" userId="993eac0b-f1a7-4f3e-b2fc-9a1ff1690ae6" providerId="ADAL" clId="{364F1E60-B8F0-4A10-B2AA-57FF089945F5}" dt="2026-05-20T10:37:49.932" v="21" actId="26606"/>
          <pc:sldLayoutMkLst>
            <pc:docMk/>
            <pc:sldMasterMk cId="4210501822" sldId="2147483722"/>
            <pc:sldLayoutMk cId="2206956992" sldId="2147483721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84413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8B246-6A68-46BE-9DBD-614FA8CF4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47706-8D18-4093-A7C1-F30D7543C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C8FC-AAEA-4AB6-9DB5-2503F58F0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1616B-3F08-4869-A522-773C38940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30CE6-9124-4B3A-A912-AE16B5C34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679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1BB59B6-79B9-97F5-AC3B-DF65899D39D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C78885-57B2-4930-BD7D-CBF916EDF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91366"/>
            <a:ext cx="9214884" cy="3159974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95E4-2F8B-4CC7-88AC-A312067E6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5018567"/>
            <a:ext cx="7907079" cy="107388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585CC9-BAD3-4807-90BB-97DA2D6A6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08CEF-165F-4D7E-9666-5CD0156B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EBC3D-3277-4D34-9F67-71040C21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F05EAE5-4812-F718-6D75-962788418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6281" y="4715234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30439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477A4-4D01-45B6-9563-0BF13BA72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17E00-96AC-45F0-82B2-9F601E9B93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0080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A30CD-95C0-427B-A571-A7D8A53278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8928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F67CAC-53E4-44AF-BEAC-8FFB96F0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3D9F3A-E7F0-45E7-AFA8-0D4A669EC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F008B-58BB-45FF-923F-5909DAB49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15168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B549-9E51-42E0-992A-73E775957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599"/>
            <a:ext cx="10890929" cy="93975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1A5FDC-7C4B-45FB-8462-E2CE79919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79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D8B686-2E92-45B9-A3D7-9DCAA0C50B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079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ADB526-4A44-47B6-8D14-93202E590A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18928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4177CA-5C13-4311-BFD3-B98FBD942D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18928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EA255A-4CB5-40CA-B756-1AA5E27C2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5/20/2026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3072C4-10F1-49B8-B0BF-69204EDDC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5ACC97-44C1-4887-909B-E6732D3C1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69569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D313-943A-47E0-8A7A-DFFBCC297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C25A7-81C8-4AA1-AD9F-C78A451FD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5/20/2026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F54740-6022-46B2-9C55-B60E96516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9497C9-6B5E-46D6-8FE9-0A5E0CF7F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8287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49F9F0F-FB8C-5565-247C-BDCC156B5CA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740D3C-270A-401A-810C-2F86BBBB8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5/20/2026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CBE9F8-1765-4F36-A4DE-1DB13602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0CF9E-A6C6-4873-ADBE-7A2939319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7865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8CDF8-00AD-4441-A6D5-9D7A659E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330AF-CB7E-420A-AE8A-E02E90325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6519" y="1031001"/>
            <a:ext cx="6594490" cy="516636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3257AD-2422-4CDA-9C55-700F4B5BF2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8"/>
            <a:ext cx="3859397" cy="322682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1B7454-C1CC-46F2-A6FB-1FE786C48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77DBE-6CC7-421B-AB5E-341E20BD9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6EAB8F-7526-4CDB-B782-FAD8B3E70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12195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1647F-5A61-44C9-81DC-331C9AE5D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627A0F-F1B8-49BE-A0FF-7FE16E3BDC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37760" y="1033271"/>
            <a:ext cx="6592824" cy="516636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6D1BD6-1519-4431-9FAF-7D4F412997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7"/>
            <a:ext cx="3859397" cy="32268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A587A0-353B-42C2-BA96-B1ADEDF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5A88E-3957-4B76-B1BE-416402921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7C5FD-E56A-4C66-8F23-087F95A2F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86061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E4BB7-3F30-4C31-9BB2-8EC24FC0A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CF4134-70F5-4EE6-88BE-49D129630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EABC7-C044-44DE-B303-55A0581DA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A63E1-5BC5-402E-9916-BAB84BCF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EF915-AF64-4ECC-8B1A-B7E6A89B7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80927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1CB3635-47E1-90D8-B693-DA85A66B383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B09414-2AA1-4D8E-A00A-C092FBC92D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09219" y="640079"/>
            <a:ext cx="1811773" cy="553688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2C3A78-37C5-46D0-9DF4-CB78AF883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40080" y="640080"/>
            <a:ext cx="8412422" cy="553688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8705E-925D-4F57-8268-107CE3CF4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E207E-070D-4EC8-A44C-21F1815F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D01D1-C266-4161-A820-C084B980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30604F-219C-2DEE-830E-27274CC2F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rot="5400000">
            <a:off x="10872154" y="119243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94529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DA38F49-B3E2-4BF0-BEC7-C30D34ABBB8D}" type="datetime1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05018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7" r:id="rId1"/>
    <p:sldLayoutId id="2147483718" r:id="rId2"/>
    <p:sldLayoutId id="2147483719" r:id="rId3"/>
    <p:sldLayoutId id="2147483720" r:id="rId4"/>
    <p:sldLayoutId id="2147483721" r:id="rId5"/>
    <p:sldLayoutId id="2147483715" r:id="rId6"/>
    <p:sldLayoutId id="2147483711" r:id="rId7"/>
    <p:sldLayoutId id="2147483712" r:id="rId8"/>
    <p:sldLayoutId id="2147483713" r:id="rId9"/>
    <p:sldLayoutId id="2147483714" r:id="rId10"/>
    <p:sldLayoutId id="2147483716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CFD1D2CD-954D-4C4D-B505-05EAD159B2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randview Display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7B206B6-2BAC-6A10-83F3-9CCFF1958C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4117" y="952500"/>
            <a:ext cx="4124557" cy="3524250"/>
          </a:xfrm>
        </p:spPr>
        <p:txBody>
          <a:bodyPr>
            <a:normAutofit/>
          </a:bodyPr>
          <a:lstStyle/>
          <a:p>
            <a:r>
              <a:rPr lang="nl-BE" sz="5800"/>
              <a:t>PE1 – Shelly Hub</a:t>
            </a:r>
            <a:endParaRPr lang="en-BE" sz="580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4194A17-D7EE-622D-E2B6-90A87A8A9E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4118" y="5374291"/>
            <a:ext cx="4057882" cy="972532"/>
          </a:xfrm>
        </p:spPr>
        <p:txBody>
          <a:bodyPr anchor="t">
            <a:normAutofit/>
          </a:bodyPr>
          <a:lstStyle/>
          <a:p>
            <a:r>
              <a:rPr lang="nl-BE" dirty="0" err="1"/>
              <a:t>By</a:t>
            </a:r>
            <a:r>
              <a:rPr lang="nl-BE" dirty="0"/>
              <a:t> Dergent Toon </a:t>
            </a:r>
            <a:r>
              <a:rPr lang="nl-BE" dirty="0" err="1"/>
              <a:t>and</a:t>
            </a:r>
            <a:r>
              <a:rPr lang="nl-BE" dirty="0"/>
              <a:t> </a:t>
            </a:r>
            <a:r>
              <a:rPr lang="nl-BE"/>
              <a:t>Kidrycki Mateusz</a:t>
            </a:r>
            <a:endParaRPr lang="en-BE" dirty="0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A2D508B3-A66C-833E-D929-8DC2116356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92088" y="4882722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Shelly Smart Control - Desktopapp voor Mac, Windows (PC) - WebCatalog">
            <a:extLst>
              <a:ext uri="{FF2B5EF4-FFF2-40B4-BE49-F238E27FC236}">
                <a16:creationId xmlns:a16="http://schemas.microsoft.com/office/drawing/2014/main" id="{B02839A3-6082-D2D4-624B-11345C2B94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040" r="-2" b="-2"/>
          <a:stretch>
            <a:fillRect/>
          </a:stretch>
        </p:blipFill>
        <p:spPr>
          <a:xfrm>
            <a:off x="5261956" y="10"/>
            <a:ext cx="6930043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9529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grandview display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</Words>
  <Application>Microsoft Office PowerPoint</Application>
  <PresentationFormat>Breedbeeld</PresentationFormat>
  <Paragraphs>2</Paragraphs>
  <Slides>1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2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</vt:i4>
      </vt:variant>
    </vt:vector>
  </HeadingPairs>
  <TitlesOfParts>
    <vt:vector size="4" baseType="lpstr">
      <vt:lpstr>Arial</vt:lpstr>
      <vt:lpstr>Grandview Display</vt:lpstr>
      <vt:lpstr>DashVTI</vt:lpstr>
      <vt:lpstr>PE1 – Shelly Hub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Toon Dergent</dc:creator>
  <cp:lastModifiedBy>Mateusz Kidrycki</cp:lastModifiedBy>
  <cp:revision>1</cp:revision>
  <dcterms:created xsi:type="dcterms:W3CDTF">2026-05-20T07:56:59Z</dcterms:created>
  <dcterms:modified xsi:type="dcterms:W3CDTF">2026-05-20T10:38:07Z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c337be75-dfbb-4261-9834-ac247c7dde13_Enabled">
    <vt:lpwstr>true</vt:lpwstr>
  </property>
  <property fmtid="{D5CDD505-2E9C-101B-9397-08002B2CF9AE}" pid="3" name="MSIP_Label_c337be75-dfbb-4261-9834-ac247c7dde13_SetDate">
    <vt:lpwstr>2026-05-20T07:57:09Z</vt:lpwstr>
  </property>
  <property fmtid="{D5CDD505-2E9C-101B-9397-08002B2CF9AE}" pid="4" name="MSIP_Label_c337be75-dfbb-4261-9834-ac247c7dde13_Method">
    <vt:lpwstr>Standard</vt:lpwstr>
  </property>
  <property fmtid="{D5CDD505-2E9C-101B-9397-08002B2CF9AE}" pid="5" name="MSIP_Label_c337be75-dfbb-4261-9834-ac247c7dde13_Name">
    <vt:lpwstr>Algemeen</vt:lpwstr>
  </property>
  <property fmtid="{D5CDD505-2E9C-101B-9397-08002B2CF9AE}" pid="6" name="MSIP_Label_c337be75-dfbb-4261-9834-ac247c7dde13_SiteId">
    <vt:lpwstr>77d33cc5-c9b4-4766-95c7-ed5b515e1cce</vt:lpwstr>
  </property>
  <property fmtid="{D5CDD505-2E9C-101B-9397-08002B2CF9AE}" pid="7" name="MSIP_Label_c337be75-dfbb-4261-9834-ac247c7dde13_ActionId">
    <vt:lpwstr>2849d78d-ed84-431f-9eab-caedefc8c76a</vt:lpwstr>
  </property>
  <property fmtid="{D5CDD505-2E9C-101B-9397-08002B2CF9AE}" pid="8" name="MSIP_Label_c337be75-dfbb-4261-9834-ac247c7dde13_ContentBits">
    <vt:lpwstr>0</vt:lpwstr>
  </property>
  <property fmtid="{D5CDD505-2E9C-101B-9397-08002B2CF9AE}" pid="9" name="MSIP_Label_c337be75-dfbb-4261-9834-ac247c7dde13_Tag">
    <vt:lpwstr>10, 3, 0, 1</vt:lpwstr>
  </property>
</Properties>
</file>